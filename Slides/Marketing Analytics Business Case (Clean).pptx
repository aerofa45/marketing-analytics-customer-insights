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6236" autoAdjust="0"/>
  </p:normalViewPr>
  <p:slideViewPr>
    <p:cSldViewPr snapToGrid="0">
      <p:cViewPr varScale="1">
        <p:scale>
          <a:sx n="64" d="100"/>
          <a:sy n="64" d="100"/>
        </p:scale>
        <p:origin x="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867E8-86EE-4C06-8213-2D0EF670678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8F94B0B-1B38-4F96-8C37-0B7504D4681E}">
      <dgm:prSet/>
      <dgm:spPr/>
      <dgm:t>
        <a:bodyPr/>
        <a:lstStyle/>
        <a:p>
          <a:pPr>
            <a:defRPr cap="all"/>
          </a:pPr>
          <a:r>
            <a:rPr lang="en-US" b="1"/>
            <a:t>Conversion Rate: </a:t>
          </a:r>
          <a:r>
            <a:rPr lang="en-US"/>
            <a:t>Percentage of website visitors who make a purchase.</a:t>
          </a:r>
        </a:p>
      </dgm:t>
    </dgm:pt>
    <dgm:pt modelId="{95DEDF62-12D3-43E8-9912-F4D1CB173DD8}" type="parTrans" cxnId="{AB01A331-6A9C-41BD-8E0E-FF8C2C0BF08E}">
      <dgm:prSet/>
      <dgm:spPr/>
      <dgm:t>
        <a:bodyPr/>
        <a:lstStyle/>
        <a:p>
          <a:endParaRPr lang="en-US"/>
        </a:p>
      </dgm:t>
    </dgm:pt>
    <dgm:pt modelId="{8031891D-8E61-4DC3-887A-6A72657774E3}" type="sibTrans" cxnId="{AB01A331-6A9C-41BD-8E0E-FF8C2C0BF08E}">
      <dgm:prSet/>
      <dgm:spPr/>
      <dgm:t>
        <a:bodyPr/>
        <a:lstStyle/>
        <a:p>
          <a:endParaRPr lang="en-US"/>
        </a:p>
      </dgm:t>
    </dgm:pt>
    <dgm:pt modelId="{2AA79137-3B51-476E-B4EC-5A1FAC74CE2B}">
      <dgm:prSet/>
      <dgm:spPr/>
      <dgm:t>
        <a:bodyPr/>
        <a:lstStyle/>
        <a:p>
          <a:pPr>
            <a:defRPr cap="all"/>
          </a:pPr>
          <a:r>
            <a:rPr lang="en-US" b="1"/>
            <a:t>Customer Engagement Rate: </a:t>
          </a:r>
          <a:r>
            <a:rPr lang="en-US"/>
            <a:t>Level of interaction with marketing content (clicks, likes, comments).</a:t>
          </a:r>
        </a:p>
      </dgm:t>
    </dgm:pt>
    <dgm:pt modelId="{6CB1162F-0083-4210-B570-2ECFB8B492DF}" type="parTrans" cxnId="{59FC913D-34A0-4EAD-B488-0D5395AAF3DD}">
      <dgm:prSet/>
      <dgm:spPr/>
      <dgm:t>
        <a:bodyPr/>
        <a:lstStyle/>
        <a:p>
          <a:endParaRPr lang="en-US"/>
        </a:p>
      </dgm:t>
    </dgm:pt>
    <dgm:pt modelId="{3CD682A5-EEDB-44F6-9814-03A5667F870C}" type="sibTrans" cxnId="{59FC913D-34A0-4EAD-B488-0D5395AAF3DD}">
      <dgm:prSet/>
      <dgm:spPr/>
      <dgm:t>
        <a:bodyPr/>
        <a:lstStyle/>
        <a:p>
          <a:endParaRPr lang="en-US"/>
        </a:p>
      </dgm:t>
    </dgm:pt>
    <dgm:pt modelId="{090057CC-BE9A-4F17-9151-FCEBF106A7AF}">
      <dgm:prSet/>
      <dgm:spPr/>
      <dgm:t>
        <a:bodyPr/>
        <a:lstStyle/>
        <a:p>
          <a:pPr>
            <a:defRPr cap="all"/>
          </a:pPr>
          <a:r>
            <a:rPr lang="en-US" b="1"/>
            <a:t>Average Order Value (AOV): </a:t>
          </a:r>
          <a:r>
            <a:rPr lang="en-US"/>
            <a:t>Average amount spent by a customer per transaction.</a:t>
          </a:r>
        </a:p>
      </dgm:t>
    </dgm:pt>
    <dgm:pt modelId="{B7C8582F-C1DA-477E-96B9-F10B561353AF}" type="parTrans" cxnId="{064A7EEE-F869-4C9D-BB22-6CFB9FBEBBFC}">
      <dgm:prSet/>
      <dgm:spPr/>
      <dgm:t>
        <a:bodyPr/>
        <a:lstStyle/>
        <a:p>
          <a:endParaRPr lang="en-US"/>
        </a:p>
      </dgm:t>
    </dgm:pt>
    <dgm:pt modelId="{3E990652-8EAF-439E-8118-34CACFD3E92C}" type="sibTrans" cxnId="{064A7EEE-F869-4C9D-BB22-6CFB9FBEBBFC}">
      <dgm:prSet/>
      <dgm:spPr/>
      <dgm:t>
        <a:bodyPr/>
        <a:lstStyle/>
        <a:p>
          <a:endParaRPr lang="en-US"/>
        </a:p>
      </dgm:t>
    </dgm:pt>
    <dgm:pt modelId="{3B70F9BA-FFB5-4823-B484-802B6B34740A}">
      <dgm:prSet/>
      <dgm:spPr/>
      <dgm:t>
        <a:bodyPr/>
        <a:lstStyle/>
        <a:p>
          <a:pPr>
            <a:defRPr cap="all"/>
          </a:pPr>
          <a:r>
            <a:rPr lang="en-US" b="1"/>
            <a:t>Customer Feedback Score: </a:t>
          </a:r>
          <a:r>
            <a:rPr lang="en-US"/>
            <a:t>Average rating from customer reviews.</a:t>
          </a:r>
        </a:p>
      </dgm:t>
    </dgm:pt>
    <dgm:pt modelId="{A11CCE89-DFDE-4DE3-9A6E-0855C2E8C6DB}" type="parTrans" cxnId="{B9D1C178-27A6-4917-8DD2-454B4798E9FA}">
      <dgm:prSet/>
      <dgm:spPr/>
      <dgm:t>
        <a:bodyPr/>
        <a:lstStyle/>
        <a:p>
          <a:endParaRPr lang="en-US"/>
        </a:p>
      </dgm:t>
    </dgm:pt>
    <dgm:pt modelId="{462D36F5-116B-47F2-AC76-3490ECA97D64}" type="sibTrans" cxnId="{B9D1C178-27A6-4917-8DD2-454B4798E9FA}">
      <dgm:prSet/>
      <dgm:spPr/>
      <dgm:t>
        <a:bodyPr/>
        <a:lstStyle/>
        <a:p>
          <a:endParaRPr lang="en-US"/>
        </a:p>
      </dgm:t>
    </dgm:pt>
    <dgm:pt modelId="{FABAB208-FDFC-4D27-939F-39C508AE2738}" type="pres">
      <dgm:prSet presAssocID="{978867E8-86EE-4C06-8213-2D0EF6706789}" presName="root" presStyleCnt="0">
        <dgm:presLayoutVars>
          <dgm:dir/>
          <dgm:resizeHandles val="exact"/>
        </dgm:presLayoutVars>
      </dgm:prSet>
      <dgm:spPr/>
    </dgm:pt>
    <dgm:pt modelId="{12F00823-EA10-4D95-8826-0869E4967F66}" type="pres">
      <dgm:prSet presAssocID="{E8F94B0B-1B38-4F96-8C37-0B7504D4681E}" presName="compNode" presStyleCnt="0"/>
      <dgm:spPr/>
    </dgm:pt>
    <dgm:pt modelId="{08F707CC-06CD-46F2-91D4-A1C3FB1D2D8F}" type="pres">
      <dgm:prSet presAssocID="{E8F94B0B-1B38-4F96-8C37-0B7504D4681E}" presName="iconBgRect" presStyleLbl="bgShp" presStyleIdx="0" presStyleCnt="4"/>
      <dgm:spPr/>
    </dgm:pt>
    <dgm:pt modelId="{B6E2C2AA-AFF3-4ECF-8EDE-2C25D6BAC58D}" type="pres">
      <dgm:prSet presAssocID="{E8F94B0B-1B38-4F96-8C37-0B7504D468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8447F8E-6B73-42E6-BB67-0F8C259A73F2}" type="pres">
      <dgm:prSet presAssocID="{E8F94B0B-1B38-4F96-8C37-0B7504D4681E}" presName="spaceRect" presStyleCnt="0"/>
      <dgm:spPr/>
    </dgm:pt>
    <dgm:pt modelId="{C4896837-C8A8-42B3-96A7-F7330314BB3D}" type="pres">
      <dgm:prSet presAssocID="{E8F94B0B-1B38-4F96-8C37-0B7504D4681E}" presName="textRect" presStyleLbl="revTx" presStyleIdx="0" presStyleCnt="4">
        <dgm:presLayoutVars>
          <dgm:chMax val="1"/>
          <dgm:chPref val="1"/>
        </dgm:presLayoutVars>
      </dgm:prSet>
      <dgm:spPr/>
    </dgm:pt>
    <dgm:pt modelId="{11135EA8-57D2-4424-A6BA-7F3AE1F44CAF}" type="pres">
      <dgm:prSet presAssocID="{8031891D-8E61-4DC3-887A-6A72657774E3}" presName="sibTrans" presStyleCnt="0"/>
      <dgm:spPr/>
    </dgm:pt>
    <dgm:pt modelId="{267E08BE-BC2F-40D4-A921-705C0EEAFB5A}" type="pres">
      <dgm:prSet presAssocID="{2AA79137-3B51-476E-B4EC-5A1FAC74CE2B}" presName="compNode" presStyleCnt="0"/>
      <dgm:spPr/>
    </dgm:pt>
    <dgm:pt modelId="{3CCAD670-4158-4BD8-A164-16602344D1C3}" type="pres">
      <dgm:prSet presAssocID="{2AA79137-3B51-476E-B4EC-5A1FAC74CE2B}" presName="iconBgRect" presStyleLbl="bgShp" presStyleIdx="1" presStyleCnt="4"/>
      <dgm:spPr/>
    </dgm:pt>
    <dgm:pt modelId="{6B341FA8-A309-473B-912E-F200F35A92EE}" type="pres">
      <dgm:prSet presAssocID="{2AA79137-3B51-476E-B4EC-5A1FAC74CE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BE541C14-0EEC-476C-9616-3BFE6ED90D32}" type="pres">
      <dgm:prSet presAssocID="{2AA79137-3B51-476E-B4EC-5A1FAC74CE2B}" presName="spaceRect" presStyleCnt="0"/>
      <dgm:spPr/>
    </dgm:pt>
    <dgm:pt modelId="{B570E90E-BFCE-4900-920F-5B0A2296C197}" type="pres">
      <dgm:prSet presAssocID="{2AA79137-3B51-476E-B4EC-5A1FAC74CE2B}" presName="textRect" presStyleLbl="revTx" presStyleIdx="1" presStyleCnt="4">
        <dgm:presLayoutVars>
          <dgm:chMax val="1"/>
          <dgm:chPref val="1"/>
        </dgm:presLayoutVars>
      </dgm:prSet>
      <dgm:spPr/>
    </dgm:pt>
    <dgm:pt modelId="{1E30AE59-7E6E-4461-AFBF-4F610EBA5CA5}" type="pres">
      <dgm:prSet presAssocID="{3CD682A5-EEDB-44F6-9814-03A5667F870C}" presName="sibTrans" presStyleCnt="0"/>
      <dgm:spPr/>
    </dgm:pt>
    <dgm:pt modelId="{D918C125-1D16-4EFC-AF2F-D743922EEA1D}" type="pres">
      <dgm:prSet presAssocID="{090057CC-BE9A-4F17-9151-FCEBF106A7AF}" presName="compNode" presStyleCnt="0"/>
      <dgm:spPr/>
    </dgm:pt>
    <dgm:pt modelId="{5E971259-37B7-4023-BD6A-38E3154167C2}" type="pres">
      <dgm:prSet presAssocID="{090057CC-BE9A-4F17-9151-FCEBF106A7AF}" presName="iconBgRect" presStyleLbl="bgShp" presStyleIdx="2" presStyleCnt="4"/>
      <dgm:spPr/>
    </dgm:pt>
    <dgm:pt modelId="{DA802E9E-27D8-41DC-9398-927113EA7B93}" type="pres">
      <dgm:prSet presAssocID="{090057CC-BE9A-4F17-9151-FCEBF106A7A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898FF56-4E76-4655-AD8A-54B4FABC4F89}" type="pres">
      <dgm:prSet presAssocID="{090057CC-BE9A-4F17-9151-FCEBF106A7AF}" presName="spaceRect" presStyleCnt="0"/>
      <dgm:spPr/>
    </dgm:pt>
    <dgm:pt modelId="{E7594F4A-AE19-4F3C-9FB1-1A09002ACB77}" type="pres">
      <dgm:prSet presAssocID="{090057CC-BE9A-4F17-9151-FCEBF106A7AF}" presName="textRect" presStyleLbl="revTx" presStyleIdx="2" presStyleCnt="4">
        <dgm:presLayoutVars>
          <dgm:chMax val="1"/>
          <dgm:chPref val="1"/>
        </dgm:presLayoutVars>
      </dgm:prSet>
      <dgm:spPr/>
    </dgm:pt>
    <dgm:pt modelId="{EDD35523-B809-4FC5-9263-F3F8078D3D46}" type="pres">
      <dgm:prSet presAssocID="{3E990652-8EAF-439E-8118-34CACFD3E92C}" presName="sibTrans" presStyleCnt="0"/>
      <dgm:spPr/>
    </dgm:pt>
    <dgm:pt modelId="{55575976-DF96-4B56-9CDC-567A59253448}" type="pres">
      <dgm:prSet presAssocID="{3B70F9BA-FFB5-4823-B484-802B6B34740A}" presName="compNode" presStyleCnt="0"/>
      <dgm:spPr/>
    </dgm:pt>
    <dgm:pt modelId="{3A4F81CD-FFE4-47F4-9F94-9E61B2CD3BD8}" type="pres">
      <dgm:prSet presAssocID="{3B70F9BA-FFB5-4823-B484-802B6B34740A}" presName="iconBgRect" presStyleLbl="bgShp" presStyleIdx="3" presStyleCnt="4"/>
      <dgm:spPr/>
    </dgm:pt>
    <dgm:pt modelId="{102AC476-6AA6-4D9E-ADE4-4F3C5235183B}" type="pres">
      <dgm:prSet presAssocID="{3B70F9BA-FFB5-4823-B484-802B6B3474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20EF9BE8-EC0C-4435-AB22-5F5DEAD6BB44}" type="pres">
      <dgm:prSet presAssocID="{3B70F9BA-FFB5-4823-B484-802B6B34740A}" presName="spaceRect" presStyleCnt="0"/>
      <dgm:spPr/>
    </dgm:pt>
    <dgm:pt modelId="{25990429-4926-4ECC-9042-94A0EE18BBBB}" type="pres">
      <dgm:prSet presAssocID="{3B70F9BA-FFB5-4823-B484-802B6B3474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F130011-D961-417D-958E-5A784A7486E1}" type="presOf" srcId="{090057CC-BE9A-4F17-9151-FCEBF106A7AF}" destId="{E7594F4A-AE19-4F3C-9FB1-1A09002ACB77}" srcOrd="0" destOrd="0" presId="urn:microsoft.com/office/officeart/2018/5/layout/IconCircleLabelList"/>
    <dgm:cxn modelId="{8B7F1031-612E-431E-AC13-1E126C05C9F0}" type="presOf" srcId="{3B70F9BA-FFB5-4823-B484-802B6B34740A}" destId="{25990429-4926-4ECC-9042-94A0EE18BBBB}" srcOrd="0" destOrd="0" presId="urn:microsoft.com/office/officeart/2018/5/layout/IconCircleLabelList"/>
    <dgm:cxn modelId="{AB01A331-6A9C-41BD-8E0E-FF8C2C0BF08E}" srcId="{978867E8-86EE-4C06-8213-2D0EF6706789}" destId="{E8F94B0B-1B38-4F96-8C37-0B7504D4681E}" srcOrd="0" destOrd="0" parTransId="{95DEDF62-12D3-43E8-9912-F4D1CB173DD8}" sibTransId="{8031891D-8E61-4DC3-887A-6A72657774E3}"/>
    <dgm:cxn modelId="{59FC913D-34A0-4EAD-B488-0D5395AAF3DD}" srcId="{978867E8-86EE-4C06-8213-2D0EF6706789}" destId="{2AA79137-3B51-476E-B4EC-5A1FAC74CE2B}" srcOrd="1" destOrd="0" parTransId="{6CB1162F-0083-4210-B570-2ECFB8B492DF}" sibTransId="{3CD682A5-EEDB-44F6-9814-03A5667F870C}"/>
    <dgm:cxn modelId="{084B5445-EA6D-4940-BFD0-BB7E64AF9CF3}" type="presOf" srcId="{978867E8-86EE-4C06-8213-2D0EF6706789}" destId="{FABAB208-FDFC-4D27-939F-39C508AE2738}" srcOrd="0" destOrd="0" presId="urn:microsoft.com/office/officeart/2018/5/layout/IconCircleLabelList"/>
    <dgm:cxn modelId="{B9D1C178-27A6-4917-8DD2-454B4798E9FA}" srcId="{978867E8-86EE-4C06-8213-2D0EF6706789}" destId="{3B70F9BA-FFB5-4823-B484-802B6B34740A}" srcOrd="3" destOrd="0" parTransId="{A11CCE89-DFDE-4DE3-9A6E-0855C2E8C6DB}" sibTransId="{462D36F5-116B-47F2-AC76-3490ECA97D64}"/>
    <dgm:cxn modelId="{732C35AE-2751-438E-88C0-3C4E853490E8}" type="presOf" srcId="{2AA79137-3B51-476E-B4EC-5A1FAC74CE2B}" destId="{B570E90E-BFCE-4900-920F-5B0A2296C197}" srcOrd="0" destOrd="0" presId="urn:microsoft.com/office/officeart/2018/5/layout/IconCircleLabelList"/>
    <dgm:cxn modelId="{064A7EEE-F869-4C9D-BB22-6CFB9FBEBBFC}" srcId="{978867E8-86EE-4C06-8213-2D0EF6706789}" destId="{090057CC-BE9A-4F17-9151-FCEBF106A7AF}" srcOrd="2" destOrd="0" parTransId="{B7C8582F-C1DA-477E-96B9-F10B561353AF}" sibTransId="{3E990652-8EAF-439E-8118-34CACFD3E92C}"/>
    <dgm:cxn modelId="{131E52F9-662C-4732-B74A-AC14084A0BEC}" type="presOf" srcId="{E8F94B0B-1B38-4F96-8C37-0B7504D4681E}" destId="{C4896837-C8A8-42B3-96A7-F7330314BB3D}" srcOrd="0" destOrd="0" presId="urn:microsoft.com/office/officeart/2018/5/layout/IconCircleLabelList"/>
    <dgm:cxn modelId="{C6A884CC-21FC-4597-ADE0-B8F15676F37D}" type="presParOf" srcId="{FABAB208-FDFC-4D27-939F-39C508AE2738}" destId="{12F00823-EA10-4D95-8826-0869E4967F66}" srcOrd="0" destOrd="0" presId="urn:microsoft.com/office/officeart/2018/5/layout/IconCircleLabelList"/>
    <dgm:cxn modelId="{6A434B37-495E-4F06-909B-F0F32761324D}" type="presParOf" srcId="{12F00823-EA10-4D95-8826-0869E4967F66}" destId="{08F707CC-06CD-46F2-91D4-A1C3FB1D2D8F}" srcOrd="0" destOrd="0" presId="urn:microsoft.com/office/officeart/2018/5/layout/IconCircleLabelList"/>
    <dgm:cxn modelId="{F2846935-73C8-4E57-BEC0-BE9C25623C2E}" type="presParOf" srcId="{12F00823-EA10-4D95-8826-0869E4967F66}" destId="{B6E2C2AA-AFF3-4ECF-8EDE-2C25D6BAC58D}" srcOrd="1" destOrd="0" presId="urn:microsoft.com/office/officeart/2018/5/layout/IconCircleLabelList"/>
    <dgm:cxn modelId="{F17CD54E-6EC1-45D0-85B7-3B0B9AC9F5D8}" type="presParOf" srcId="{12F00823-EA10-4D95-8826-0869E4967F66}" destId="{58447F8E-6B73-42E6-BB67-0F8C259A73F2}" srcOrd="2" destOrd="0" presId="urn:microsoft.com/office/officeart/2018/5/layout/IconCircleLabelList"/>
    <dgm:cxn modelId="{757B772C-E87F-4750-8FBF-C416937BCE7C}" type="presParOf" srcId="{12F00823-EA10-4D95-8826-0869E4967F66}" destId="{C4896837-C8A8-42B3-96A7-F7330314BB3D}" srcOrd="3" destOrd="0" presId="urn:microsoft.com/office/officeart/2018/5/layout/IconCircleLabelList"/>
    <dgm:cxn modelId="{E93DDCFC-999D-4339-BBAA-327A00B40638}" type="presParOf" srcId="{FABAB208-FDFC-4D27-939F-39C508AE2738}" destId="{11135EA8-57D2-4424-A6BA-7F3AE1F44CAF}" srcOrd="1" destOrd="0" presId="urn:microsoft.com/office/officeart/2018/5/layout/IconCircleLabelList"/>
    <dgm:cxn modelId="{51F826AA-C9E6-4830-9CFB-525F5C7CF478}" type="presParOf" srcId="{FABAB208-FDFC-4D27-939F-39C508AE2738}" destId="{267E08BE-BC2F-40D4-A921-705C0EEAFB5A}" srcOrd="2" destOrd="0" presId="urn:microsoft.com/office/officeart/2018/5/layout/IconCircleLabelList"/>
    <dgm:cxn modelId="{827C2F7D-F8FE-40E0-98D7-19C4319C1B28}" type="presParOf" srcId="{267E08BE-BC2F-40D4-A921-705C0EEAFB5A}" destId="{3CCAD670-4158-4BD8-A164-16602344D1C3}" srcOrd="0" destOrd="0" presId="urn:microsoft.com/office/officeart/2018/5/layout/IconCircleLabelList"/>
    <dgm:cxn modelId="{2F79E694-ADA0-49E3-9D34-1DBEE848F996}" type="presParOf" srcId="{267E08BE-BC2F-40D4-A921-705C0EEAFB5A}" destId="{6B341FA8-A309-473B-912E-F200F35A92EE}" srcOrd="1" destOrd="0" presId="urn:microsoft.com/office/officeart/2018/5/layout/IconCircleLabelList"/>
    <dgm:cxn modelId="{484CD6EE-2FC4-4272-9A2A-178DC77EC3E1}" type="presParOf" srcId="{267E08BE-BC2F-40D4-A921-705C0EEAFB5A}" destId="{BE541C14-0EEC-476C-9616-3BFE6ED90D32}" srcOrd="2" destOrd="0" presId="urn:microsoft.com/office/officeart/2018/5/layout/IconCircleLabelList"/>
    <dgm:cxn modelId="{1AD373B9-6701-4915-A2E2-B078E08F6912}" type="presParOf" srcId="{267E08BE-BC2F-40D4-A921-705C0EEAFB5A}" destId="{B570E90E-BFCE-4900-920F-5B0A2296C197}" srcOrd="3" destOrd="0" presId="urn:microsoft.com/office/officeart/2018/5/layout/IconCircleLabelList"/>
    <dgm:cxn modelId="{416EA136-8920-478C-A8EC-2C7AAF39AAF6}" type="presParOf" srcId="{FABAB208-FDFC-4D27-939F-39C508AE2738}" destId="{1E30AE59-7E6E-4461-AFBF-4F610EBA5CA5}" srcOrd="3" destOrd="0" presId="urn:microsoft.com/office/officeart/2018/5/layout/IconCircleLabelList"/>
    <dgm:cxn modelId="{1315CB7A-278C-4C9B-975F-3B75D8B18A08}" type="presParOf" srcId="{FABAB208-FDFC-4D27-939F-39C508AE2738}" destId="{D918C125-1D16-4EFC-AF2F-D743922EEA1D}" srcOrd="4" destOrd="0" presId="urn:microsoft.com/office/officeart/2018/5/layout/IconCircleLabelList"/>
    <dgm:cxn modelId="{C19EF2D0-0313-4073-9155-BE469FEB3476}" type="presParOf" srcId="{D918C125-1D16-4EFC-AF2F-D743922EEA1D}" destId="{5E971259-37B7-4023-BD6A-38E3154167C2}" srcOrd="0" destOrd="0" presId="urn:microsoft.com/office/officeart/2018/5/layout/IconCircleLabelList"/>
    <dgm:cxn modelId="{969A9117-EE2F-4FFA-95CD-45CFF12379DF}" type="presParOf" srcId="{D918C125-1D16-4EFC-AF2F-D743922EEA1D}" destId="{DA802E9E-27D8-41DC-9398-927113EA7B93}" srcOrd="1" destOrd="0" presId="urn:microsoft.com/office/officeart/2018/5/layout/IconCircleLabelList"/>
    <dgm:cxn modelId="{8E5DD3AB-BB99-420C-8775-E311CF7AF5BE}" type="presParOf" srcId="{D918C125-1D16-4EFC-AF2F-D743922EEA1D}" destId="{3898FF56-4E76-4655-AD8A-54B4FABC4F89}" srcOrd="2" destOrd="0" presId="urn:microsoft.com/office/officeart/2018/5/layout/IconCircleLabelList"/>
    <dgm:cxn modelId="{EDDAF96F-8B3A-4D4B-8433-3A12064C55CA}" type="presParOf" srcId="{D918C125-1D16-4EFC-AF2F-D743922EEA1D}" destId="{E7594F4A-AE19-4F3C-9FB1-1A09002ACB77}" srcOrd="3" destOrd="0" presId="urn:microsoft.com/office/officeart/2018/5/layout/IconCircleLabelList"/>
    <dgm:cxn modelId="{A703E991-FB0B-4206-8A3D-D017DE249305}" type="presParOf" srcId="{FABAB208-FDFC-4D27-939F-39C508AE2738}" destId="{EDD35523-B809-4FC5-9263-F3F8078D3D46}" srcOrd="5" destOrd="0" presId="urn:microsoft.com/office/officeart/2018/5/layout/IconCircleLabelList"/>
    <dgm:cxn modelId="{D46CA8F6-0E84-452E-B126-79846D556363}" type="presParOf" srcId="{FABAB208-FDFC-4D27-939F-39C508AE2738}" destId="{55575976-DF96-4B56-9CDC-567A59253448}" srcOrd="6" destOrd="0" presId="urn:microsoft.com/office/officeart/2018/5/layout/IconCircleLabelList"/>
    <dgm:cxn modelId="{00094F67-AED2-4A14-8C49-914F590CEBE7}" type="presParOf" srcId="{55575976-DF96-4B56-9CDC-567A59253448}" destId="{3A4F81CD-FFE4-47F4-9F94-9E61B2CD3BD8}" srcOrd="0" destOrd="0" presId="urn:microsoft.com/office/officeart/2018/5/layout/IconCircleLabelList"/>
    <dgm:cxn modelId="{A105DD16-5AD9-4291-8087-ADAE35C3F80A}" type="presParOf" srcId="{55575976-DF96-4B56-9CDC-567A59253448}" destId="{102AC476-6AA6-4D9E-ADE4-4F3C5235183B}" srcOrd="1" destOrd="0" presId="urn:microsoft.com/office/officeart/2018/5/layout/IconCircleLabelList"/>
    <dgm:cxn modelId="{5A714F7C-D25C-4459-A393-2ABA5C1CFC70}" type="presParOf" srcId="{55575976-DF96-4B56-9CDC-567A59253448}" destId="{20EF9BE8-EC0C-4435-AB22-5F5DEAD6BB44}" srcOrd="2" destOrd="0" presId="urn:microsoft.com/office/officeart/2018/5/layout/IconCircleLabelList"/>
    <dgm:cxn modelId="{5E4C710D-9886-4C41-82C7-22FDAEF310B1}" type="presParOf" srcId="{55575976-DF96-4B56-9CDC-567A59253448}" destId="{25990429-4926-4ECC-9042-94A0EE18BBB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B56882-95D7-4C14-94D5-52031BA92F7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CBBBCB-694E-470F-B21C-B3AB58A95C54}">
      <dgm:prSet/>
      <dgm:spPr/>
      <dgm:t>
        <a:bodyPr/>
        <a:lstStyle/>
        <a:p>
          <a:pPr>
            <a:defRPr b="1"/>
          </a:pPr>
          <a:r>
            <a:rPr lang="en-US" b="1"/>
            <a:t>Increase Conversion Rates:</a:t>
          </a:r>
          <a:endParaRPr lang="en-US"/>
        </a:p>
      </dgm:t>
    </dgm:pt>
    <dgm:pt modelId="{57E740EF-2EE9-4B82-B604-B4C7CBCA736C}" type="parTrans" cxnId="{631F125D-F32F-4EE3-8160-44EF935BF958}">
      <dgm:prSet/>
      <dgm:spPr/>
      <dgm:t>
        <a:bodyPr/>
        <a:lstStyle/>
        <a:p>
          <a:endParaRPr lang="en-US"/>
        </a:p>
      </dgm:t>
    </dgm:pt>
    <dgm:pt modelId="{E0D9BABE-49A5-4034-B4C5-3C70C1495DCD}" type="sibTrans" cxnId="{631F125D-F32F-4EE3-8160-44EF935BF958}">
      <dgm:prSet/>
      <dgm:spPr/>
      <dgm:t>
        <a:bodyPr/>
        <a:lstStyle/>
        <a:p>
          <a:endParaRPr lang="en-US"/>
        </a:p>
      </dgm:t>
    </dgm:pt>
    <dgm:pt modelId="{38148F9F-7381-4B4C-86B5-C2564F6EC721}">
      <dgm:prSet/>
      <dgm:spPr/>
      <dgm:t>
        <a:bodyPr/>
        <a:lstStyle/>
        <a:p>
          <a:r>
            <a:rPr lang="en-US" b="1"/>
            <a:t>Goal: </a:t>
          </a:r>
          <a:r>
            <a:rPr lang="en-US"/>
            <a:t>Identify factors impacting the conversion rate and provide recommendations to improve it.</a:t>
          </a:r>
        </a:p>
      </dgm:t>
    </dgm:pt>
    <dgm:pt modelId="{76B7D624-D559-4745-A4F0-0655C1C6098B}" type="parTrans" cxnId="{CE207549-7CB5-4CBE-861D-EF3AAB58DBEE}">
      <dgm:prSet/>
      <dgm:spPr/>
      <dgm:t>
        <a:bodyPr/>
        <a:lstStyle/>
        <a:p>
          <a:endParaRPr lang="en-US"/>
        </a:p>
      </dgm:t>
    </dgm:pt>
    <dgm:pt modelId="{C4BFA431-7754-49B9-A326-9AC299E95610}" type="sibTrans" cxnId="{CE207549-7CB5-4CBE-861D-EF3AAB58DBEE}">
      <dgm:prSet/>
      <dgm:spPr/>
      <dgm:t>
        <a:bodyPr/>
        <a:lstStyle/>
        <a:p>
          <a:endParaRPr lang="en-US"/>
        </a:p>
      </dgm:t>
    </dgm:pt>
    <dgm:pt modelId="{7FD84A4E-4BF8-48CE-B6DF-893875A20672}">
      <dgm:prSet/>
      <dgm:spPr/>
      <dgm:t>
        <a:bodyPr/>
        <a:lstStyle/>
        <a:p>
          <a:r>
            <a:rPr lang="en-US" b="1"/>
            <a:t>Insight: </a:t>
          </a:r>
          <a:r>
            <a:rPr lang="en-US"/>
            <a:t>Highlight key stages where visitors drop off and suggest improvements to optimize the conversion funnel.</a:t>
          </a:r>
        </a:p>
      </dgm:t>
    </dgm:pt>
    <dgm:pt modelId="{324BD124-362F-4E68-96EE-FEBD36695707}" type="parTrans" cxnId="{9B18BD3A-C957-4906-B4FF-9C7F84C898AF}">
      <dgm:prSet/>
      <dgm:spPr/>
      <dgm:t>
        <a:bodyPr/>
        <a:lstStyle/>
        <a:p>
          <a:endParaRPr lang="en-US"/>
        </a:p>
      </dgm:t>
    </dgm:pt>
    <dgm:pt modelId="{EEE3D4EA-5EE4-41BE-B475-343695D665B5}" type="sibTrans" cxnId="{9B18BD3A-C957-4906-B4FF-9C7F84C898AF}">
      <dgm:prSet/>
      <dgm:spPr/>
      <dgm:t>
        <a:bodyPr/>
        <a:lstStyle/>
        <a:p>
          <a:endParaRPr lang="en-US"/>
        </a:p>
      </dgm:t>
    </dgm:pt>
    <dgm:pt modelId="{901F3091-BFC8-4E84-836F-5AC3347C4F88}">
      <dgm:prSet/>
      <dgm:spPr/>
      <dgm:t>
        <a:bodyPr/>
        <a:lstStyle/>
        <a:p>
          <a:pPr>
            <a:defRPr b="1"/>
          </a:pPr>
          <a:r>
            <a:rPr lang="en-US" b="1"/>
            <a:t>Enhance Customer Engagement:</a:t>
          </a:r>
          <a:endParaRPr lang="en-US"/>
        </a:p>
      </dgm:t>
    </dgm:pt>
    <dgm:pt modelId="{B0122155-6D2C-40FD-B341-22F28726C970}" type="parTrans" cxnId="{41C039CF-E0E6-47D6-820C-DDE8D40ECE8A}">
      <dgm:prSet/>
      <dgm:spPr/>
      <dgm:t>
        <a:bodyPr/>
        <a:lstStyle/>
        <a:p>
          <a:endParaRPr lang="en-US"/>
        </a:p>
      </dgm:t>
    </dgm:pt>
    <dgm:pt modelId="{79889489-C91D-4F25-A5A3-F9D3E27C1C04}" type="sibTrans" cxnId="{41C039CF-E0E6-47D6-820C-DDE8D40ECE8A}">
      <dgm:prSet/>
      <dgm:spPr/>
      <dgm:t>
        <a:bodyPr/>
        <a:lstStyle/>
        <a:p>
          <a:endParaRPr lang="en-US"/>
        </a:p>
      </dgm:t>
    </dgm:pt>
    <dgm:pt modelId="{68248012-8272-4482-89FA-F7142A6AAFB4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 Determine which types of content drive the highest engagement. </a:t>
          </a:r>
        </a:p>
      </dgm:t>
    </dgm:pt>
    <dgm:pt modelId="{ABED8614-3069-469D-A2E8-6B591084A38B}" type="parTrans" cxnId="{26A1F265-64C8-4C61-A243-726A9D2E97F4}">
      <dgm:prSet/>
      <dgm:spPr/>
      <dgm:t>
        <a:bodyPr/>
        <a:lstStyle/>
        <a:p>
          <a:endParaRPr lang="en-US"/>
        </a:p>
      </dgm:t>
    </dgm:pt>
    <dgm:pt modelId="{DDD17962-35D0-4C0F-96D4-09755194601F}" type="sibTrans" cxnId="{26A1F265-64C8-4C61-A243-726A9D2E97F4}">
      <dgm:prSet/>
      <dgm:spPr/>
      <dgm:t>
        <a:bodyPr/>
        <a:lstStyle/>
        <a:p>
          <a:endParaRPr lang="en-US"/>
        </a:p>
      </dgm:t>
    </dgm:pt>
    <dgm:pt modelId="{B3E8DE1D-C501-416B-911C-96D58DA20AB8}">
      <dgm:prSet/>
      <dgm:spPr/>
      <dgm:t>
        <a:bodyPr/>
        <a:lstStyle/>
        <a:p>
          <a:r>
            <a:rPr lang="en-US" b="1"/>
            <a:t>Insight:</a:t>
          </a:r>
          <a:r>
            <a:rPr lang="en-US"/>
            <a:t> Analyze interaction levels with different types of marketing content to inform better content strategies.</a:t>
          </a:r>
        </a:p>
      </dgm:t>
    </dgm:pt>
    <dgm:pt modelId="{ECC65390-4E4B-4B20-A106-16222FA657A6}" type="parTrans" cxnId="{6F9C9699-760C-4D94-B9CF-FCC254F2932D}">
      <dgm:prSet/>
      <dgm:spPr/>
      <dgm:t>
        <a:bodyPr/>
        <a:lstStyle/>
        <a:p>
          <a:endParaRPr lang="en-US"/>
        </a:p>
      </dgm:t>
    </dgm:pt>
    <dgm:pt modelId="{DB50ADFB-AD05-4604-A919-4A27EFD1A3FB}" type="sibTrans" cxnId="{6F9C9699-760C-4D94-B9CF-FCC254F2932D}">
      <dgm:prSet/>
      <dgm:spPr/>
      <dgm:t>
        <a:bodyPr/>
        <a:lstStyle/>
        <a:p>
          <a:endParaRPr lang="en-US"/>
        </a:p>
      </dgm:t>
    </dgm:pt>
    <dgm:pt modelId="{355E9180-CAF3-49FB-A342-75F049185468}">
      <dgm:prSet/>
      <dgm:spPr/>
      <dgm:t>
        <a:bodyPr/>
        <a:lstStyle/>
        <a:p>
          <a:pPr>
            <a:defRPr b="1"/>
          </a:pPr>
          <a:r>
            <a:rPr lang="en-US" b="1"/>
            <a:t>Improve Customer Feedback Scores:</a:t>
          </a:r>
          <a:endParaRPr lang="en-US"/>
        </a:p>
      </dgm:t>
    </dgm:pt>
    <dgm:pt modelId="{0E8B2A8D-7872-4BB8-A79D-D0B1A552DFD2}" type="parTrans" cxnId="{DCC9641F-7979-4264-97B0-ED4B6F49396E}">
      <dgm:prSet/>
      <dgm:spPr/>
      <dgm:t>
        <a:bodyPr/>
        <a:lstStyle/>
        <a:p>
          <a:endParaRPr lang="en-US"/>
        </a:p>
      </dgm:t>
    </dgm:pt>
    <dgm:pt modelId="{6DA13B06-32F7-4102-86F8-BAC307BD8D1C}" type="sibTrans" cxnId="{DCC9641F-7979-4264-97B0-ED4B6F49396E}">
      <dgm:prSet/>
      <dgm:spPr/>
      <dgm:t>
        <a:bodyPr/>
        <a:lstStyle/>
        <a:p>
          <a:endParaRPr lang="en-US"/>
        </a:p>
      </dgm:t>
    </dgm:pt>
    <dgm:pt modelId="{7C7CC224-889E-4356-88FB-583113005D44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 Understand common themes in customer reviews and provide actionable insights.</a:t>
          </a:r>
        </a:p>
      </dgm:t>
    </dgm:pt>
    <dgm:pt modelId="{317E7B19-60AB-4219-88A9-4D8405BEE36A}" type="parTrans" cxnId="{FF6638BF-9C38-4576-B057-C074536E2D6C}">
      <dgm:prSet/>
      <dgm:spPr/>
      <dgm:t>
        <a:bodyPr/>
        <a:lstStyle/>
        <a:p>
          <a:endParaRPr lang="en-US"/>
        </a:p>
      </dgm:t>
    </dgm:pt>
    <dgm:pt modelId="{44F1F457-06C7-4D17-8612-B52E1452D6DF}" type="sibTrans" cxnId="{FF6638BF-9C38-4576-B057-C074536E2D6C}">
      <dgm:prSet/>
      <dgm:spPr/>
      <dgm:t>
        <a:bodyPr/>
        <a:lstStyle/>
        <a:p>
          <a:endParaRPr lang="en-US"/>
        </a:p>
      </dgm:t>
    </dgm:pt>
    <dgm:pt modelId="{8BE49B3F-5D85-40EE-9648-DC566DB6325B}">
      <dgm:prSet/>
      <dgm:spPr/>
      <dgm:t>
        <a:bodyPr/>
        <a:lstStyle/>
        <a:p>
          <a:r>
            <a:rPr lang="en-US" b="1"/>
            <a:t>Insight:</a:t>
          </a:r>
          <a:r>
            <a:rPr lang="en-US"/>
            <a:t> Identify recurring positive and negative feedback to guide product and service improvements.</a:t>
          </a:r>
        </a:p>
      </dgm:t>
    </dgm:pt>
    <dgm:pt modelId="{9D14A038-99D5-4514-B0E6-280637E22B7F}" type="parTrans" cxnId="{A25FBF4D-DB93-4FA5-8980-F9C0E6D2EB50}">
      <dgm:prSet/>
      <dgm:spPr/>
      <dgm:t>
        <a:bodyPr/>
        <a:lstStyle/>
        <a:p>
          <a:endParaRPr lang="en-US"/>
        </a:p>
      </dgm:t>
    </dgm:pt>
    <dgm:pt modelId="{AD71DB68-2BBF-43E1-B6BE-74CD69A16574}" type="sibTrans" cxnId="{A25FBF4D-DB93-4FA5-8980-F9C0E6D2EB50}">
      <dgm:prSet/>
      <dgm:spPr/>
      <dgm:t>
        <a:bodyPr/>
        <a:lstStyle/>
        <a:p>
          <a:endParaRPr lang="en-US"/>
        </a:p>
      </dgm:t>
    </dgm:pt>
    <dgm:pt modelId="{AFA6DFD4-DE47-497A-83D9-E5576FFC07EE}" type="pres">
      <dgm:prSet presAssocID="{1EB56882-95D7-4C14-94D5-52031BA92F7A}" presName="root" presStyleCnt="0">
        <dgm:presLayoutVars>
          <dgm:dir/>
          <dgm:resizeHandles val="exact"/>
        </dgm:presLayoutVars>
      </dgm:prSet>
      <dgm:spPr/>
    </dgm:pt>
    <dgm:pt modelId="{72F78B3B-79AA-41C3-B9AE-735A06FF16A6}" type="pres">
      <dgm:prSet presAssocID="{A4CBBBCB-694E-470F-B21C-B3AB58A95C54}" presName="compNode" presStyleCnt="0"/>
      <dgm:spPr/>
    </dgm:pt>
    <dgm:pt modelId="{361F60D9-07F3-485F-8298-44BCFADCFA83}" type="pres">
      <dgm:prSet presAssocID="{A4CBBBCB-694E-470F-B21C-B3AB58A95C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37441C6-A057-465B-AD74-3DC4D31481E8}" type="pres">
      <dgm:prSet presAssocID="{A4CBBBCB-694E-470F-B21C-B3AB58A95C54}" presName="iconSpace" presStyleCnt="0"/>
      <dgm:spPr/>
    </dgm:pt>
    <dgm:pt modelId="{51B66F94-9910-4B95-A7CD-9E0ED1EF286A}" type="pres">
      <dgm:prSet presAssocID="{A4CBBBCB-694E-470F-B21C-B3AB58A95C54}" presName="parTx" presStyleLbl="revTx" presStyleIdx="0" presStyleCnt="6">
        <dgm:presLayoutVars>
          <dgm:chMax val="0"/>
          <dgm:chPref val="0"/>
        </dgm:presLayoutVars>
      </dgm:prSet>
      <dgm:spPr/>
    </dgm:pt>
    <dgm:pt modelId="{DD67A6C6-68C8-47DF-9271-3B70CDA8F30F}" type="pres">
      <dgm:prSet presAssocID="{A4CBBBCB-694E-470F-B21C-B3AB58A95C54}" presName="txSpace" presStyleCnt="0"/>
      <dgm:spPr/>
    </dgm:pt>
    <dgm:pt modelId="{EE4D50C0-010D-4999-A32B-5D2EA0F7119F}" type="pres">
      <dgm:prSet presAssocID="{A4CBBBCB-694E-470F-B21C-B3AB58A95C54}" presName="desTx" presStyleLbl="revTx" presStyleIdx="1" presStyleCnt="6">
        <dgm:presLayoutVars/>
      </dgm:prSet>
      <dgm:spPr/>
    </dgm:pt>
    <dgm:pt modelId="{CD1FC0AE-5BCB-4301-8F47-825CBA9C8A15}" type="pres">
      <dgm:prSet presAssocID="{E0D9BABE-49A5-4034-B4C5-3C70C1495DCD}" presName="sibTrans" presStyleCnt="0"/>
      <dgm:spPr/>
    </dgm:pt>
    <dgm:pt modelId="{A599B09E-C486-4B87-A202-8450AFB846BD}" type="pres">
      <dgm:prSet presAssocID="{901F3091-BFC8-4E84-836F-5AC3347C4F88}" presName="compNode" presStyleCnt="0"/>
      <dgm:spPr/>
    </dgm:pt>
    <dgm:pt modelId="{CD5B40B3-9935-4364-90A8-B7CE66C46AA9}" type="pres">
      <dgm:prSet presAssocID="{901F3091-BFC8-4E84-836F-5AC3347C4F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9ED3D829-A255-453E-833D-603B3661409C}" type="pres">
      <dgm:prSet presAssocID="{901F3091-BFC8-4E84-836F-5AC3347C4F88}" presName="iconSpace" presStyleCnt="0"/>
      <dgm:spPr/>
    </dgm:pt>
    <dgm:pt modelId="{186AE239-86E1-4753-AFE6-33195BA8A352}" type="pres">
      <dgm:prSet presAssocID="{901F3091-BFC8-4E84-836F-5AC3347C4F88}" presName="parTx" presStyleLbl="revTx" presStyleIdx="2" presStyleCnt="6">
        <dgm:presLayoutVars>
          <dgm:chMax val="0"/>
          <dgm:chPref val="0"/>
        </dgm:presLayoutVars>
      </dgm:prSet>
      <dgm:spPr/>
    </dgm:pt>
    <dgm:pt modelId="{61725EFD-2631-4E32-BDB3-1421E1A79C04}" type="pres">
      <dgm:prSet presAssocID="{901F3091-BFC8-4E84-836F-5AC3347C4F88}" presName="txSpace" presStyleCnt="0"/>
      <dgm:spPr/>
    </dgm:pt>
    <dgm:pt modelId="{4B582AEC-6E6F-44CC-A933-205B38B79F9F}" type="pres">
      <dgm:prSet presAssocID="{901F3091-BFC8-4E84-836F-5AC3347C4F88}" presName="desTx" presStyleLbl="revTx" presStyleIdx="3" presStyleCnt="6">
        <dgm:presLayoutVars/>
      </dgm:prSet>
      <dgm:spPr/>
    </dgm:pt>
    <dgm:pt modelId="{3036CCB2-65F6-498A-802D-9F9D8739CFDE}" type="pres">
      <dgm:prSet presAssocID="{79889489-C91D-4F25-A5A3-F9D3E27C1C04}" presName="sibTrans" presStyleCnt="0"/>
      <dgm:spPr/>
    </dgm:pt>
    <dgm:pt modelId="{7B30C524-370F-401D-9E79-D786E3F99E26}" type="pres">
      <dgm:prSet presAssocID="{355E9180-CAF3-49FB-A342-75F049185468}" presName="compNode" presStyleCnt="0"/>
      <dgm:spPr/>
    </dgm:pt>
    <dgm:pt modelId="{71F14BE3-17BF-4E77-B7D0-15F0FEB5C928}" type="pres">
      <dgm:prSet presAssocID="{355E9180-CAF3-49FB-A342-75F0491854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AEFBC04B-C575-47BE-BB04-2AA1DC585363}" type="pres">
      <dgm:prSet presAssocID="{355E9180-CAF3-49FB-A342-75F049185468}" presName="iconSpace" presStyleCnt="0"/>
      <dgm:spPr/>
    </dgm:pt>
    <dgm:pt modelId="{43FE6FD8-6CA4-4442-B4B9-5838962A1B2A}" type="pres">
      <dgm:prSet presAssocID="{355E9180-CAF3-49FB-A342-75F049185468}" presName="parTx" presStyleLbl="revTx" presStyleIdx="4" presStyleCnt="6">
        <dgm:presLayoutVars>
          <dgm:chMax val="0"/>
          <dgm:chPref val="0"/>
        </dgm:presLayoutVars>
      </dgm:prSet>
      <dgm:spPr/>
    </dgm:pt>
    <dgm:pt modelId="{D1BF94F0-D1C7-4583-B9E4-34F284CA8471}" type="pres">
      <dgm:prSet presAssocID="{355E9180-CAF3-49FB-A342-75F049185468}" presName="txSpace" presStyleCnt="0"/>
      <dgm:spPr/>
    </dgm:pt>
    <dgm:pt modelId="{E315E07A-9772-4C0F-8586-625D9C12D375}" type="pres">
      <dgm:prSet presAssocID="{355E9180-CAF3-49FB-A342-75F049185468}" presName="desTx" presStyleLbl="revTx" presStyleIdx="5" presStyleCnt="6">
        <dgm:presLayoutVars/>
      </dgm:prSet>
      <dgm:spPr/>
    </dgm:pt>
  </dgm:ptLst>
  <dgm:cxnLst>
    <dgm:cxn modelId="{CCDD6C0C-3918-41BB-92F6-16B7226AC742}" type="presOf" srcId="{1EB56882-95D7-4C14-94D5-52031BA92F7A}" destId="{AFA6DFD4-DE47-497A-83D9-E5576FFC07EE}" srcOrd="0" destOrd="0" presId="urn:microsoft.com/office/officeart/2018/2/layout/IconLabelDescriptionList"/>
    <dgm:cxn modelId="{42044310-ADB3-4F71-956E-62E73CB7AF37}" type="presOf" srcId="{8BE49B3F-5D85-40EE-9648-DC566DB6325B}" destId="{E315E07A-9772-4C0F-8586-625D9C12D375}" srcOrd="0" destOrd="1" presId="urn:microsoft.com/office/officeart/2018/2/layout/IconLabelDescriptionList"/>
    <dgm:cxn modelId="{DCC9641F-7979-4264-97B0-ED4B6F49396E}" srcId="{1EB56882-95D7-4C14-94D5-52031BA92F7A}" destId="{355E9180-CAF3-49FB-A342-75F049185468}" srcOrd="2" destOrd="0" parTransId="{0E8B2A8D-7872-4BB8-A79D-D0B1A552DFD2}" sibTransId="{6DA13B06-32F7-4102-86F8-BAC307BD8D1C}"/>
    <dgm:cxn modelId="{9951FA37-49CD-453A-BE6A-35852E6CFF74}" type="presOf" srcId="{A4CBBBCB-694E-470F-B21C-B3AB58A95C54}" destId="{51B66F94-9910-4B95-A7CD-9E0ED1EF286A}" srcOrd="0" destOrd="0" presId="urn:microsoft.com/office/officeart/2018/2/layout/IconLabelDescriptionList"/>
    <dgm:cxn modelId="{82588F3A-FB0E-404F-9342-387865E92028}" type="presOf" srcId="{B3E8DE1D-C501-416B-911C-96D58DA20AB8}" destId="{4B582AEC-6E6F-44CC-A933-205B38B79F9F}" srcOrd="0" destOrd="1" presId="urn:microsoft.com/office/officeart/2018/2/layout/IconLabelDescriptionList"/>
    <dgm:cxn modelId="{9B18BD3A-C957-4906-B4FF-9C7F84C898AF}" srcId="{A4CBBBCB-694E-470F-B21C-B3AB58A95C54}" destId="{7FD84A4E-4BF8-48CE-B6DF-893875A20672}" srcOrd="1" destOrd="0" parTransId="{324BD124-362F-4E68-96EE-FEBD36695707}" sibTransId="{EEE3D4EA-5EE4-41BE-B475-343695D665B5}"/>
    <dgm:cxn modelId="{631F125D-F32F-4EE3-8160-44EF935BF958}" srcId="{1EB56882-95D7-4C14-94D5-52031BA92F7A}" destId="{A4CBBBCB-694E-470F-B21C-B3AB58A95C54}" srcOrd="0" destOrd="0" parTransId="{57E740EF-2EE9-4B82-B604-B4C7CBCA736C}" sibTransId="{E0D9BABE-49A5-4034-B4C5-3C70C1495DCD}"/>
    <dgm:cxn modelId="{A3303342-E021-466A-B6D6-AD1F41CF4F61}" type="presOf" srcId="{7C7CC224-889E-4356-88FB-583113005D44}" destId="{E315E07A-9772-4C0F-8586-625D9C12D375}" srcOrd="0" destOrd="0" presId="urn:microsoft.com/office/officeart/2018/2/layout/IconLabelDescriptionList"/>
    <dgm:cxn modelId="{26A1F265-64C8-4C61-A243-726A9D2E97F4}" srcId="{901F3091-BFC8-4E84-836F-5AC3347C4F88}" destId="{68248012-8272-4482-89FA-F7142A6AAFB4}" srcOrd="0" destOrd="0" parTransId="{ABED8614-3069-469D-A2E8-6B591084A38B}" sibTransId="{DDD17962-35D0-4C0F-96D4-09755194601F}"/>
    <dgm:cxn modelId="{CE207549-7CB5-4CBE-861D-EF3AAB58DBEE}" srcId="{A4CBBBCB-694E-470F-B21C-B3AB58A95C54}" destId="{38148F9F-7381-4B4C-86B5-C2564F6EC721}" srcOrd="0" destOrd="0" parTransId="{76B7D624-D559-4745-A4F0-0655C1C6098B}" sibTransId="{C4BFA431-7754-49B9-A326-9AC299E95610}"/>
    <dgm:cxn modelId="{A25FBF4D-DB93-4FA5-8980-F9C0E6D2EB50}" srcId="{355E9180-CAF3-49FB-A342-75F049185468}" destId="{8BE49B3F-5D85-40EE-9648-DC566DB6325B}" srcOrd="1" destOrd="0" parTransId="{9D14A038-99D5-4514-B0E6-280637E22B7F}" sibTransId="{AD71DB68-2BBF-43E1-B6BE-74CD69A16574}"/>
    <dgm:cxn modelId="{5686147C-0F5D-46BE-B688-00512A84CB3C}" type="presOf" srcId="{68248012-8272-4482-89FA-F7142A6AAFB4}" destId="{4B582AEC-6E6F-44CC-A933-205B38B79F9F}" srcOrd="0" destOrd="0" presId="urn:microsoft.com/office/officeart/2018/2/layout/IconLabelDescriptionList"/>
    <dgm:cxn modelId="{A74B8D82-BA56-455D-8F2D-D1429E55445E}" type="presOf" srcId="{355E9180-CAF3-49FB-A342-75F049185468}" destId="{43FE6FD8-6CA4-4442-B4B9-5838962A1B2A}" srcOrd="0" destOrd="0" presId="urn:microsoft.com/office/officeart/2018/2/layout/IconLabelDescriptionList"/>
    <dgm:cxn modelId="{6F9C9699-760C-4D94-B9CF-FCC254F2932D}" srcId="{901F3091-BFC8-4E84-836F-5AC3347C4F88}" destId="{B3E8DE1D-C501-416B-911C-96D58DA20AB8}" srcOrd="1" destOrd="0" parTransId="{ECC65390-4E4B-4B20-A106-16222FA657A6}" sibTransId="{DB50ADFB-AD05-4604-A919-4A27EFD1A3FB}"/>
    <dgm:cxn modelId="{FF6638BF-9C38-4576-B057-C074536E2D6C}" srcId="{355E9180-CAF3-49FB-A342-75F049185468}" destId="{7C7CC224-889E-4356-88FB-583113005D44}" srcOrd="0" destOrd="0" parTransId="{317E7B19-60AB-4219-88A9-4D8405BEE36A}" sibTransId="{44F1F457-06C7-4D17-8612-B52E1452D6DF}"/>
    <dgm:cxn modelId="{41C039CF-E0E6-47D6-820C-DDE8D40ECE8A}" srcId="{1EB56882-95D7-4C14-94D5-52031BA92F7A}" destId="{901F3091-BFC8-4E84-836F-5AC3347C4F88}" srcOrd="1" destOrd="0" parTransId="{B0122155-6D2C-40FD-B341-22F28726C970}" sibTransId="{79889489-C91D-4F25-A5A3-F9D3E27C1C04}"/>
    <dgm:cxn modelId="{8B6307E6-8FB9-4B7E-9580-2FCDFD6D58AA}" type="presOf" srcId="{7FD84A4E-4BF8-48CE-B6DF-893875A20672}" destId="{EE4D50C0-010D-4999-A32B-5D2EA0F7119F}" srcOrd="0" destOrd="1" presId="urn:microsoft.com/office/officeart/2018/2/layout/IconLabelDescriptionList"/>
    <dgm:cxn modelId="{F9926BE8-5AC8-47C9-BC8D-037988BD32C2}" type="presOf" srcId="{901F3091-BFC8-4E84-836F-5AC3347C4F88}" destId="{186AE239-86E1-4753-AFE6-33195BA8A352}" srcOrd="0" destOrd="0" presId="urn:microsoft.com/office/officeart/2018/2/layout/IconLabelDescriptionList"/>
    <dgm:cxn modelId="{BADF58FD-6827-4DCD-85F4-7E9EF080AC13}" type="presOf" srcId="{38148F9F-7381-4B4C-86B5-C2564F6EC721}" destId="{EE4D50C0-010D-4999-A32B-5D2EA0F7119F}" srcOrd="0" destOrd="0" presId="urn:microsoft.com/office/officeart/2018/2/layout/IconLabelDescriptionList"/>
    <dgm:cxn modelId="{DC2EB31A-DFCA-4B1E-A752-AA59A7835203}" type="presParOf" srcId="{AFA6DFD4-DE47-497A-83D9-E5576FFC07EE}" destId="{72F78B3B-79AA-41C3-B9AE-735A06FF16A6}" srcOrd="0" destOrd="0" presId="urn:microsoft.com/office/officeart/2018/2/layout/IconLabelDescriptionList"/>
    <dgm:cxn modelId="{45C9B55F-B6D0-4485-B53C-1D78D9BD3CCD}" type="presParOf" srcId="{72F78B3B-79AA-41C3-B9AE-735A06FF16A6}" destId="{361F60D9-07F3-485F-8298-44BCFADCFA83}" srcOrd="0" destOrd="0" presId="urn:microsoft.com/office/officeart/2018/2/layout/IconLabelDescriptionList"/>
    <dgm:cxn modelId="{019E1456-8DE6-47BD-980B-AB91E42AA695}" type="presParOf" srcId="{72F78B3B-79AA-41C3-B9AE-735A06FF16A6}" destId="{337441C6-A057-465B-AD74-3DC4D31481E8}" srcOrd="1" destOrd="0" presId="urn:microsoft.com/office/officeart/2018/2/layout/IconLabelDescriptionList"/>
    <dgm:cxn modelId="{E867EB90-AA14-4C6F-BBD9-CE2E23062AB2}" type="presParOf" srcId="{72F78B3B-79AA-41C3-B9AE-735A06FF16A6}" destId="{51B66F94-9910-4B95-A7CD-9E0ED1EF286A}" srcOrd="2" destOrd="0" presId="urn:microsoft.com/office/officeart/2018/2/layout/IconLabelDescriptionList"/>
    <dgm:cxn modelId="{72715A73-48EE-482A-9D33-A4838A20873B}" type="presParOf" srcId="{72F78B3B-79AA-41C3-B9AE-735A06FF16A6}" destId="{DD67A6C6-68C8-47DF-9271-3B70CDA8F30F}" srcOrd="3" destOrd="0" presId="urn:microsoft.com/office/officeart/2018/2/layout/IconLabelDescriptionList"/>
    <dgm:cxn modelId="{9ED1223E-D528-4EB0-8526-141B29AE42E5}" type="presParOf" srcId="{72F78B3B-79AA-41C3-B9AE-735A06FF16A6}" destId="{EE4D50C0-010D-4999-A32B-5D2EA0F7119F}" srcOrd="4" destOrd="0" presId="urn:microsoft.com/office/officeart/2018/2/layout/IconLabelDescriptionList"/>
    <dgm:cxn modelId="{CE14E90E-EE6F-4063-B852-287BF8A7D380}" type="presParOf" srcId="{AFA6DFD4-DE47-497A-83D9-E5576FFC07EE}" destId="{CD1FC0AE-5BCB-4301-8F47-825CBA9C8A15}" srcOrd="1" destOrd="0" presId="urn:microsoft.com/office/officeart/2018/2/layout/IconLabelDescriptionList"/>
    <dgm:cxn modelId="{8B7283E9-17FB-4B26-AB1F-C91EAB9D3CCF}" type="presParOf" srcId="{AFA6DFD4-DE47-497A-83D9-E5576FFC07EE}" destId="{A599B09E-C486-4B87-A202-8450AFB846BD}" srcOrd="2" destOrd="0" presId="urn:microsoft.com/office/officeart/2018/2/layout/IconLabelDescriptionList"/>
    <dgm:cxn modelId="{33EC064F-36D3-4DC2-84AE-6D1C364F219E}" type="presParOf" srcId="{A599B09E-C486-4B87-A202-8450AFB846BD}" destId="{CD5B40B3-9935-4364-90A8-B7CE66C46AA9}" srcOrd="0" destOrd="0" presId="urn:microsoft.com/office/officeart/2018/2/layout/IconLabelDescriptionList"/>
    <dgm:cxn modelId="{F31C11B9-6501-4E25-A90E-4D66851D9E00}" type="presParOf" srcId="{A599B09E-C486-4B87-A202-8450AFB846BD}" destId="{9ED3D829-A255-453E-833D-603B3661409C}" srcOrd="1" destOrd="0" presId="urn:microsoft.com/office/officeart/2018/2/layout/IconLabelDescriptionList"/>
    <dgm:cxn modelId="{A4405427-40BC-47BE-BF40-B6F419EB2895}" type="presParOf" srcId="{A599B09E-C486-4B87-A202-8450AFB846BD}" destId="{186AE239-86E1-4753-AFE6-33195BA8A352}" srcOrd="2" destOrd="0" presId="urn:microsoft.com/office/officeart/2018/2/layout/IconLabelDescriptionList"/>
    <dgm:cxn modelId="{B1622A63-4421-44AD-81DE-5B0E17A7E445}" type="presParOf" srcId="{A599B09E-C486-4B87-A202-8450AFB846BD}" destId="{61725EFD-2631-4E32-BDB3-1421E1A79C04}" srcOrd="3" destOrd="0" presId="urn:microsoft.com/office/officeart/2018/2/layout/IconLabelDescriptionList"/>
    <dgm:cxn modelId="{5DB4E530-E5AF-4B55-BACC-5712E6CAA820}" type="presParOf" srcId="{A599B09E-C486-4B87-A202-8450AFB846BD}" destId="{4B582AEC-6E6F-44CC-A933-205B38B79F9F}" srcOrd="4" destOrd="0" presId="urn:microsoft.com/office/officeart/2018/2/layout/IconLabelDescriptionList"/>
    <dgm:cxn modelId="{FA5D1D3E-D136-48D7-BEA2-D26062530140}" type="presParOf" srcId="{AFA6DFD4-DE47-497A-83D9-E5576FFC07EE}" destId="{3036CCB2-65F6-498A-802D-9F9D8739CFDE}" srcOrd="3" destOrd="0" presId="urn:microsoft.com/office/officeart/2018/2/layout/IconLabelDescriptionList"/>
    <dgm:cxn modelId="{2F6023C7-0B59-4DC8-BAF8-0CA076C4C180}" type="presParOf" srcId="{AFA6DFD4-DE47-497A-83D9-E5576FFC07EE}" destId="{7B30C524-370F-401D-9E79-D786E3F99E26}" srcOrd="4" destOrd="0" presId="urn:microsoft.com/office/officeart/2018/2/layout/IconLabelDescriptionList"/>
    <dgm:cxn modelId="{8F8ABE9E-52BC-4281-8694-DE746C9A292A}" type="presParOf" srcId="{7B30C524-370F-401D-9E79-D786E3F99E26}" destId="{71F14BE3-17BF-4E77-B7D0-15F0FEB5C928}" srcOrd="0" destOrd="0" presId="urn:microsoft.com/office/officeart/2018/2/layout/IconLabelDescriptionList"/>
    <dgm:cxn modelId="{01A719AE-962B-4D6B-B672-E6435493F650}" type="presParOf" srcId="{7B30C524-370F-401D-9E79-D786E3F99E26}" destId="{AEFBC04B-C575-47BE-BB04-2AA1DC585363}" srcOrd="1" destOrd="0" presId="urn:microsoft.com/office/officeart/2018/2/layout/IconLabelDescriptionList"/>
    <dgm:cxn modelId="{D8625D13-6028-4F9C-92F7-4512F8132D94}" type="presParOf" srcId="{7B30C524-370F-401D-9E79-D786E3F99E26}" destId="{43FE6FD8-6CA4-4442-B4B9-5838962A1B2A}" srcOrd="2" destOrd="0" presId="urn:microsoft.com/office/officeart/2018/2/layout/IconLabelDescriptionList"/>
    <dgm:cxn modelId="{56558239-72EA-49AC-A38A-B14B61171F16}" type="presParOf" srcId="{7B30C524-370F-401D-9E79-D786E3F99E26}" destId="{D1BF94F0-D1C7-4583-B9E4-34F284CA8471}" srcOrd="3" destOrd="0" presId="urn:microsoft.com/office/officeart/2018/2/layout/IconLabelDescriptionList"/>
    <dgm:cxn modelId="{89995EF6-3A90-4D9A-8552-324CC99E26A3}" type="presParOf" srcId="{7B30C524-370F-401D-9E79-D786E3F99E26}" destId="{E315E07A-9772-4C0F-8586-625D9C12D37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707CC-06CD-46F2-91D4-A1C3FB1D2D8F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2C2AA-AFF3-4ECF-8EDE-2C25D6BAC58D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96837-C8A8-42B3-96A7-F7330314BB3D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Conversion Rate: </a:t>
          </a:r>
          <a:r>
            <a:rPr lang="en-US" sz="1200" kern="1200"/>
            <a:t>Percentage of website visitors who make a purchase.</a:t>
          </a:r>
        </a:p>
      </dsp:txBody>
      <dsp:txXfrm>
        <a:off x="100682" y="2684598"/>
        <a:ext cx="2370489" cy="720000"/>
      </dsp:txXfrm>
    </dsp:sp>
    <dsp:sp modelId="{3CCAD670-4158-4BD8-A164-16602344D1C3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41FA8-A309-473B-912E-F200F35A92EE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0E90E-BFCE-4900-920F-5B0A2296C197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Customer Engagement Rate: </a:t>
          </a:r>
          <a:r>
            <a:rPr lang="en-US" sz="1200" kern="1200"/>
            <a:t>Level of interaction with marketing content (clicks, likes, comments).</a:t>
          </a:r>
        </a:p>
      </dsp:txBody>
      <dsp:txXfrm>
        <a:off x="2886007" y="2684598"/>
        <a:ext cx="2370489" cy="720000"/>
      </dsp:txXfrm>
    </dsp:sp>
    <dsp:sp modelId="{5E971259-37B7-4023-BD6A-38E3154167C2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802E9E-27D8-41DC-9398-927113EA7B93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94F4A-AE19-4F3C-9FB1-1A09002ACB77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Average Order Value (AOV): </a:t>
          </a:r>
          <a:r>
            <a:rPr lang="en-US" sz="1200" kern="1200"/>
            <a:t>Average amount spent by a customer per transaction.</a:t>
          </a:r>
        </a:p>
      </dsp:txBody>
      <dsp:txXfrm>
        <a:off x="5671332" y="2684598"/>
        <a:ext cx="2370489" cy="720000"/>
      </dsp:txXfrm>
    </dsp:sp>
    <dsp:sp modelId="{3A4F81CD-FFE4-47F4-9F94-9E61B2CD3BD8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2AC476-6AA6-4D9E-ADE4-4F3C5235183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90429-4926-4ECC-9042-94A0EE18BBBB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Customer Feedback Score: </a:t>
          </a:r>
          <a:r>
            <a:rPr lang="en-US" sz="1200" kern="1200"/>
            <a:t>Average rating from customer reviews.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F60D9-07F3-485F-8298-44BCFADCFA83}">
      <dsp:nvSpPr>
        <dsp:cNvPr id="0" name=""/>
        <dsp:cNvSpPr/>
      </dsp:nvSpPr>
      <dsp:spPr>
        <a:xfrm>
          <a:off x="1582" y="603022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66F94-9910-4B95-A7CD-9E0ED1EF286A}">
      <dsp:nvSpPr>
        <dsp:cNvPr id="0" name=""/>
        <dsp:cNvSpPr/>
      </dsp:nvSpPr>
      <dsp:spPr>
        <a:xfrm>
          <a:off x="1582" y="187283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Increase Conversion Rates:</a:t>
          </a:r>
          <a:endParaRPr lang="en-US" sz="1700" kern="1200"/>
        </a:p>
      </dsp:txBody>
      <dsp:txXfrm>
        <a:off x="1582" y="1872836"/>
        <a:ext cx="3261093" cy="489164"/>
      </dsp:txXfrm>
    </dsp:sp>
    <dsp:sp modelId="{EE4D50C0-010D-4999-A32B-5D2EA0F7119F}">
      <dsp:nvSpPr>
        <dsp:cNvPr id="0" name=""/>
        <dsp:cNvSpPr/>
      </dsp:nvSpPr>
      <dsp:spPr>
        <a:xfrm>
          <a:off x="1582" y="2421735"/>
          <a:ext cx="3261093" cy="116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Goal: </a:t>
          </a:r>
          <a:r>
            <a:rPr lang="en-US" sz="1300" kern="1200"/>
            <a:t>Identify factors impacting the conversion rate and provide recommendations to improve it.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Insight: </a:t>
          </a:r>
          <a:r>
            <a:rPr lang="en-US" sz="1300" kern="1200"/>
            <a:t>Highlight key stages where visitors drop off and suggest improvements to optimize the conversion funnel.</a:t>
          </a:r>
        </a:p>
      </dsp:txBody>
      <dsp:txXfrm>
        <a:off x="1582" y="2421735"/>
        <a:ext cx="3261093" cy="1168046"/>
      </dsp:txXfrm>
    </dsp:sp>
    <dsp:sp modelId="{CD5B40B3-9935-4364-90A8-B7CE66C46AA9}">
      <dsp:nvSpPr>
        <dsp:cNvPr id="0" name=""/>
        <dsp:cNvSpPr/>
      </dsp:nvSpPr>
      <dsp:spPr>
        <a:xfrm>
          <a:off x="3833367" y="603022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AE239-86E1-4753-AFE6-33195BA8A352}">
      <dsp:nvSpPr>
        <dsp:cNvPr id="0" name=""/>
        <dsp:cNvSpPr/>
      </dsp:nvSpPr>
      <dsp:spPr>
        <a:xfrm>
          <a:off x="3833367" y="187283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Enhance Customer Engagement:</a:t>
          </a:r>
          <a:endParaRPr lang="en-US" sz="1700" kern="1200"/>
        </a:p>
      </dsp:txBody>
      <dsp:txXfrm>
        <a:off x="3833367" y="1872836"/>
        <a:ext cx="3261093" cy="489164"/>
      </dsp:txXfrm>
    </dsp:sp>
    <dsp:sp modelId="{4B582AEC-6E6F-44CC-A933-205B38B79F9F}">
      <dsp:nvSpPr>
        <dsp:cNvPr id="0" name=""/>
        <dsp:cNvSpPr/>
      </dsp:nvSpPr>
      <dsp:spPr>
        <a:xfrm>
          <a:off x="3833367" y="2421735"/>
          <a:ext cx="3261093" cy="116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Goal:</a:t>
          </a:r>
          <a:r>
            <a:rPr lang="en-US" sz="1300" kern="1200"/>
            <a:t> Determine which types of content drive the highest engagement.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Insight:</a:t>
          </a:r>
          <a:r>
            <a:rPr lang="en-US" sz="1300" kern="1200"/>
            <a:t> Analyze interaction levels with different types of marketing content to inform better content strategies.</a:t>
          </a:r>
        </a:p>
      </dsp:txBody>
      <dsp:txXfrm>
        <a:off x="3833367" y="2421735"/>
        <a:ext cx="3261093" cy="1168046"/>
      </dsp:txXfrm>
    </dsp:sp>
    <dsp:sp modelId="{71F14BE3-17BF-4E77-B7D0-15F0FEB5C928}">
      <dsp:nvSpPr>
        <dsp:cNvPr id="0" name=""/>
        <dsp:cNvSpPr/>
      </dsp:nvSpPr>
      <dsp:spPr>
        <a:xfrm>
          <a:off x="7665152" y="603022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E6FD8-6CA4-4442-B4B9-5838962A1B2A}">
      <dsp:nvSpPr>
        <dsp:cNvPr id="0" name=""/>
        <dsp:cNvSpPr/>
      </dsp:nvSpPr>
      <dsp:spPr>
        <a:xfrm>
          <a:off x="7665152" y="187283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Improve Customer Feedback Scores:</a:t>
          </a:r>
          <a:endParaRPr lang="en-US" sz="1700" kern="1200"/>
        </a:p>
      </dsp:txBody>
      <dsp:txXfrm>
        <a:off x="7665152" y="1872836"/>
        <a:ext cx="3261093" cy="489164"/>
      </dsp:txXfrm>
    </dsp:sp>
    <dsp:sp modelId="{E315E07A-9772-4C0F-8586-625D9C12D375}">
      <dsp:nvSpPr>
        <dsp:cNvPr id="0" name=""/>
        <dsp:cNvSpPr/>
      </dsp:nvSpPr>
      <dsp:spPr>
        <a:xfrm>
          <a:off x="7665152" y="2421735"/>
          <a:ext cx="3261093" cy="116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Goal:</a:t>
          </a:r>
          <a:r>
            <a:rPr lang="en-US" sz="1300" kern="1200"/>
            <a:t> Understand common themes in customer reviews and provide actionable insights.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Insight:</a:t>
          </a:r>
          <a:r>
            <a:rPr lang="en-US" sz="1300" kern="1200"/>
            <a:t> Identify recurring positive and negative feedback to guide product and service improvements.</a:t>
          </a:r>
        </a:p>
      </dsp:txBody>
      <dsp:txXfrm>
        <a:off x="7665152" y="2421735"/>
        <a:ext cx="3261093" cy="1168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04.03.2026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</a:rPr>
              <a:t>Marketing Analytics Business Case</a:t>
            </a:r>
            <a:endParaRPr lang="nb-NO" sz="4800" b="1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nb-NO" dirty="0"/>
              <a:t>- Aman</a:t>
            </a:r>
          </a:p>
          <a:p>
            <a:pPr algn="l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Introduction to Business Problem</a:t>
            </a:r>
            <a:endParaRPr lang="nb-NO" sz="4000" b="1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 dirty="0" err="1"/>
              <a:t>ShopEasy</a:t>
            </a:r>
            <a:r>
              <a:rPr lang="en-US" sz="1700" dirty="0"/>
              <a:t>, an online retail business, is facing reduced customer engagement and conversion rates despite launching several new online marketing campaigns. They are reaching out to you to help conduct a detailed analysis and identify areas for improvement in their marketing strategies.</a:t>
            </a:r>
          </a:p>
          <a:p>
            <a:endParaRPr lang="en-US" sz="1700" dirty="0"/>
          </a:p>
          <a:p>
            <a:r>
              <a:rPr lang="en-US" sz="1700" b="1" dirty="0"/>
              <a:t>Key Points:</a:t>
            </a:r>
            <a:endParaRPr lang="en-US" sz="1700" dirty="0"/>
          </a:p>
          <a:p>
            <a:pPr lvl="1"/>
            <a:r>
              <a:rPr lang="en-US" sz="1700" b="1" dirty="0"/>
              <a:t>Reduced Customer Engagement:</a:t>
            </a:r>
            <a:r>
              <a:rPr lang="en-US" sz="1700" dirty="0"/>
              <a:t> The number of customer interactions and engagement with the site and marketing content has declined.</a:t>
            </a:r>
          </a:p>
          <a:p>
            <a:pPr lvl="1"/>
            <a:r>
              <a:rPr lang="en-US" sz="1700" b="1" dirty="0"/>
              <a:t>Decreased Conversion Rates:</a:t>
            </a:r>
            <a:r>
              <a:rPr lang="en-US" sz="1700" dirty="0"/>
              <a:t> Fewer site visitors are converting into paying customers.</a:t>
            </a:r>
          </a:p>
          <a:p>
            <a:pPr lvl="1"/>
            <a:r>
              <a:rPr lang="en-US" sz="1700" b="1" dirty="0"/>
              <a:t>High Marketing Expenses:</a:t>
            </a:r>
            <a:r>
              <a:rPr lang="en-US" sz="1700" dirty="0"/>
              <a:t> Significant investments in marketing campaigns are not yielding expected returns.</a:t>
            </a:r>
          </a:p>
          <a:p>
            <a:pPr lvl="1"/>
            <a:r>
              <a:rPr lang="en-US" sz="1700" b="1" dirty="0"/>
              <a:t>Need for Customer Feedback Analysis:</a:t>
            </a:r>
            <a:r>
              <a:rPr lang="en-US" sz="1700" dirty="0"/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Client Request for Data Analysis to Improve Marketing Strategy</a:t>
            </a:r>
            <a:endParaRPr lang="nb-NO" sz="34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Despite our increased investment in marketing, we’ve observed a decline in customer engagement and conversion rates. Our marketing expenses have gone up, but the return on investment isn’t meeting our expectations. We need a comprehensive analysis to understand the effectiveness of our current strategies and to find opportunities to optimize our efforts.</a:t>
            </a:r>
          </a:p>
        </p:txBody>
      </p:sp>
    </p:spTree>
    <p:extLst>
      <p:ext uri="{BB962C8B-B14F-4D97-AF65-F5344CB8AC3E}">
        <p14:creationId xmlns:p14="http://schemas.microsoft.com/office/powerpoint/2010/main" val="4568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Key Performance Indicators (KPIs)</a:t>
            </a:r>
            <a:endParaRPr lang="nb-NO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D01012-05F6-EED5-4768-FA0FDA00D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94081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Goals</a:t>
            </a:r>
            <a:endParaRPr lang="nb-NO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A108B5-35EE-750B-56EE-9FE84E679A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9859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357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Client Request for Data Analysis to Improve Marketing Strategy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Chaudhary, Aman Kumar</cp:lastModifiedBy>
  <cp:revision>2</cp:revision>
  <dcterms:created xsi:type="dcterms:W3CDTF">2024-07-20T13:50:58Z</dcterms:created>
  <dcterms:modified xsi:type="dcterms:W3CDTF">2026-03-05T00:38:12Z</dcterms:modified>
</cp:coreProperties>
</file>