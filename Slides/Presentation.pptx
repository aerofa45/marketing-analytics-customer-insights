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63" d="100"/>
          <a:sy n="63" d="100"/>
        </p:scale>
        <p:origin x="56" y="1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diagrams/_rels/data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25842A-9C0B-4D35-BA23-22301FC468E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E299AA2-A9C8-4D46-8AB8-03277EEB8570}">
      <dgm:prSet phldrT="[Text]" custT="1"/>
      <dgm:spPr/>
      <dgm:t>
        <a:bodyPr/>
        <a:lstStyle/>
        <a:p>
          <a:r>
            <a:rPr lang="en-US" sz="1700" b="1" dirty="0"/>
            <a:t>Decreased Conversion Rates</a:t>
          </a:r>
          <a:endParaRPr lang="en-US" sz="1700" dirty="0"/>
        </a:p>
      </dgm:t>
    </dgm:pt>
    <dgm:pt modelId="{B919ED37-4996-4C56-8EE7-0155DE7E687C}" type="parTrans" cxnId="{1C364344-5E3C-4FA1-B76C-0276C02B583D}">
      <dgm:prSet/>
      <dgm:spPr/>
      <dgm:t>
        <a:bodyPr/>
        <a:lstStyle/>
        <a:p>
          <a:endParaRPr lang="en-US"/>
        </a:p>
      </dgm:t>
    </dgm:pt>
    <dgm:pt modelId="{FB6AF48B-57CC-4F0F-A974-3687A37EDFA8}" type="sibTrans" cxnId="{1C364344-5E3C-4FA1-B76C-0276C02B583D}">
      <dgm:prSet/>
      <dgm:spPr/>
      <dgm:t>
        <a:bodyPr/>
        <a:lstStyle/>
        <a:p>
          <a:endParaRPr lang="en-US"/>
        </a:p>
      </dgm:t>
    </dgm:pt>
    <dgm:pt modelId="{B1314306-5686-4C6E-BBB1-FAB4A49B9DF9}">
      <dgm:prSet phldrT="[Text]" custT="1"/>
      <dgm:spPr/>
      <dgm:t>
        <a:bodyPr/>
        <a:lstStyle/>
        <a:p>
          <a:r>
            <a:rPr lang="en-US" sz="1700" dirty="0"/>
            <a:t>The conversion rate demonstrated a strong rebound in December, reaching 10.2%, despite a notable dip to 5.0% in October.</a:t>
          </a:r>
        </a:p>
      </dgm:t>
    </dgm:pt>
    <dgm:pt modelId="{42F7D304-8A5E-4811-9582-9E6703199E93}" type="parTrans" cxnId="{BDCB8FEE-8D4E-49BA-B4BE-31634BF9E7CA}">
      <dgm:prSet/>
      <dgm:spPr/>
      <dgm:t>
        <a:bodyPr/>
        <a:lstStyle/>
        <a:p>
          <a:endParaRPr lang="en-US"/>
        </a:p>
      </dgm:t>
    </dgm:pt>
    <dgm:pt modelId="{5BF6F14A-57CA-406D-9263-B5DE26538238}" type="sibTrans" cxnId="{BDCB8FEE-8D4E-49BA-B4BE-31634BF9E7CA}">
      <dgm:prSet/>
      <dgm:spPr/>
      <dgm:t>
        <a:bodyPr/>
        <a:lstStyle/>
        <a:p>
          <a:endParaRPr lang="en-US"/>
        </a:p>
      </dgm:t>
    </dgm:pt>
    <dgm:pt modelId="{88EF3928-CE78-4636-A66F-4F35A2D8AFAC}">
      <dgm:prSet phldrT="[Text]" custT="1"/>
      <dgm:spPr/>
      <dgm:t>
        <a:bodyPr/>
        <a:lstStyle/>
        <a:p>
          <a:r>
            <a:rPr lang="en-US" sz="1700" b="1" dirty="0"/>
            <a:t>Reduced Customer Engagement</a:t>
          </a:r>
          <a:endParaRPr lang="en-US" sz="1700" dirty="0"/>
        </a:p>
      </dgm:t>
    </dgm:pt>
    <dgm:pt modelId="{5BC4970F-6E9A-4D4C-8FC5-55E624B8DE73}" type="parTrans" cxnId="{F5DB7B51-4042-4535-80D4-2DA6407D40C6}">
      <dgm:prSet/>
      <dgm:spPr/>
      <dgm:t>
        <a:bodyPr/>
        <a:lstStyle/>
        <a:p>
          <a:endParaRPr lang="en-US"/>
        </a:p>
      </dgm:t>
    </dgm:pt>
    <dgm:pt modelId="{23860D03-4DAE-4091-9EB2-5C621AD2FFBA}" type="sibTrans" cxnId="{F5DB7B51-4042-4535-80D4-2DA6407D40C6}">
      <dgm:prSet/>
      <dgm:spPr/>
      <dgm:t>
        <a:bodyPr/>
        <a:lstStyle/>
        <a:p>
          <a:endParaRPr lang="en-US"/>
        </a:p>
      </dgm:t>
    </dgm:pt>
    <dgm:pt modelId="{4F095DDE-62D9-450E-8697-BBD757BAB17C}">
      <dgm:prSet phldrT="[Text]" custT="1"/>
      <dgm:spPr/>
      <dgm:t>
        <a:bodyPr/>
        <a:lstStyle/>
        <a:p>
          <a:r>
            <a:rPr lang="en-US" sz="1700" dirty="0"/>
            <a:t>There is a decline in overall social media engagement, with views dropping throughout the year.</a:t>
          </a:r>
        </a:p>
      </dgm:t>
    </dgm:pt>
    <dgm:pt modelId="{F8B28C7A-9B7D-4BB4-A4A6-46DC62A58346}" type="parTrans" cxnId="{4144B1DA-1A75-4B6C-A3BE-D3A4A9359FEC}">
      <dgm:prSet/>
      <dgm:spPr/>
      <dgm:t>
        <a:bodyPr/>
        <a:lstStyle/>
        <a:p>
          <a:endParaRPr lang="en-US"/>
        </a:p>
      </dgm:t>
    </dgm:pt>
    <dgm:pt modelId="{73EAB735-1CA1-4ACF-AF77-DE2110593FB0}" type="sibTrans" cxnId="{4144B1DA-1A75-4B6C-A3BE-D3A4A9359FEC}">
      <dgm:prSet/>
      <dgm:spPr/>
      <dgm:t>
        <a:bodyPr/>
        <a:lstStyle/>
        <a:p>
          <a:endParaRPr lang="en-US"/>
        </a:p>
      </dgm:t>
    </dgm:pt>
    <dgm:pt modelId="{EC28A7BF-A970-4243-B5D6-E670A82C8963}">
      <dgm:prSet custT="1"/>
      <dgm:spPr/>
      <dgm:t>
        <a:bodyPr/>
        <a:lstStyle/>
        <a:p>
          <a:r>
            <a:rPr lang="en-US" sz="1700" dirty="0"/>
            <a:t>While clicks and likes are low compared to views, the click-through rate stands at 15.37%, meaning that engaged users are still interacting effectively.</a:t>
          </a:r>
        </a:p>
      </dgm:t>
    </dgm:pt>
    <dgm:pt modelId="{C4C0D4C3-E684-4B92-BA41-3613973FC0E1}" type="parTrans" cxnId="{63CE0AA3-BD8A-460B-A82D-90484DF170D2}">
      <dgm:prSet/>
      <dgm:spPr/>
      <dgm:t>
        <a:bodyPr/>
        <a:lstStyle/>
        <a:p>
          <a:endParaRPr lang="en-US"/>
        </a:p>
      </dgm:t>
    </dgm:pt>
    <dgm:pt modelId="{A3970674-3996-4A5D-9F88-6F8624F9BB3C}" type="sibTrans" cxnId="{63CE0AA3-BD8A-460B-A82D-90484DF170D2}">
      <dgm:prSet/>
      <dgm:spPr/>
      <dgm:t>
        <a:bodyPr/>
        <a:lstStyle/>
        <a:p>
          <a:endParaRPr lang="en-US"/>
        </a:p>
      </dgm:t>
    </dgm:pt>
    <dgm:pt modelId="{D52A06CF-D12F-4D78-97DA-5D6ED32FBDC8}">
      <dgm:prSet phldrT="[Text]" custT="1"/>
      <dgm:spPr/>
      <dgm:t>
        <a:bodyPr/>
        <a:lstStyle/>
        <a:p>
          <a:endParaRPr lang="en-US" sz="1700" dirty="0"/>
        </a:p>
      </dgm:t>
    </dgm:pt>
    <dgm:pt modelId="{A4D92A28-B1BD-483E-9481-1395F16DA0B7}" type="parTrans" cxnId="{03EDF5AB-E9CA-4297-A786-C8134A925B38}">
      <dgm:prSet/>
      <dgm:spPr/>
      <dgm:t>
        <a:bodyPr/>
        <a:lstStyle/>
        <a:p>
          <a:endParaRPr lang="en-US"/>
        </a:p>
      </dgm:t>
    </dgm:pt>
    <dgm:pt modelId="{A1C221C4-6527-4950-B13B-9ADFA6F28A5A}" type="sibTrans" cxnId="{03EDF5AB-E9CA-4297-A786-C8134A925B38}">
      <dgm:prSet/>
      <dgm:spPr/>
      <dgm:t>
        <a:bodyPr/>
        <a:lstStyle/>
        <a:p>
          <a:endParaRPr lang="en-US"/>
        </a:p>
      </dgm:t>
    </dgm:pt>
    <dgm:pt modelId="{5BAD597B-2425-4665-A751-61989AC425FC}" type="pres">
      <dgm:prSet presAssocID="{4625842A-9C0B-4D35-BA23-22301FC468EB}" presName="linear" presStyleCnt="0">
        <dgm:presLayoutVars>
          <dgm:animLvl val="lvl"/>
          <dgm:resizeHandles val="exact"/>
        </dgm:presLayoutVars>
      </dgm:prSet>
      <dgm:spPr/>
    </dgm:pt>
    <dgm:pt modelId="{2C3941D3-8AE1-4D0E-B77F-27927C2897B8}" type="pres">
      <dgm:prSet presAssocID="{BE299AA2-A9C8-4D46-8AB8-03277EEB8570}" presName="parentText" presStyleLbl="node1" presStyleIdx="0" presStyleCnt="2" custLinFactNeighborX="-364" custLinFactNeighborY="-1323">
        <dgm:presLayoutVars>
          <dgm:chMax val="0"/>
          <dgm:bulletEnabled val="1"/>
        </dgm:presLayoutVars>
      </dgm:prSet>
      <dgm:spPr/>
    </dgm:pt>
    <dgm:pt modelId="{8453819C-1259-4751-AE53-021EDBD0B4AF}" type="pres">
      <dgm:prSet presAssocID="{BE299AA2-A9C8-4D46-8AB8-03277EEB8570}" presName="childText" presStyleLbl="revTx" presStyleIdx="0" presStyleCnt="2">
        <dgm:presLayoutVars>
          <dgm:bulletEnabled val="1"/>
        </dgm:presLayoutVars>
      </dgm:prSet>
      <dgm:spPr/>
    </dgm:pt>
    <dgm:pt modelId="{1967BF17-F5F8-4040-9890-56A64DA59707}" type="pres">
      <dgm:prSet presAssocID="{88EF3928-CE78-4636-A66F-4F35A2D8AFAC}" presName="parentText" presStyleLbl="node1" presStyleIdx="1" presStyleCnt="2" custLinFactNeighborX="783" custLinFactNeighborY="2993">
        <dgm:presLayoutVars>
          <dgm:chMax val="0"/>
          <dgm:bulletEnabled val="1"/>
        </dgm:presLayoutVars>
      </dgm:prSet>
      <dgm:spPr/>
    </dgm:pt>
    <dgm:pt modelId="{BB55F6E1-D65C-4106-B63A-D21738A93DA2}" type="pres">
      <dgm:prSet presAssocID="{88EF3928-CE78-4636-A66F-4F35A2D8AFAC}" presName="childText" presStyleLbl="revTx" presStyleIdx="1" presStyleCnt="2">
        <dgm:presLayoutVars>
          <dgm:bulletEnabled val="1"/>
        </dgm:presLayoutVars>
      </dgm:prSet>
      <dgm:spPr/>
    </dgm:pt>
  </dgm:ptLst>
  <dgm:cxnLst>
    <dgm:cxn modelId="{CF4B9C34-2A84-4589-A617-8442952FFE9E}" type="presOf" srcId="{BE299AA2-A9C8-4D46-8AB8-03277EEB8570}" destId="{2C3941D3-8AE1-4D0E-B77F-27927C2897B8}" srcOrd="0" destOrd="0" presId="urn:microsoft.com/office/officeart/2005/8/layout/vList2"/>
    <dgm:cxn modelId="{2EB30D3D-A124-4ED2-96FE-566F9B6ADBD6}" type="presOf" srcId="{EC28A7BF-A970-4243-B5D6-E670A82C8963}" destId="{BB55F6E1-D65C-4106-B63A-D21738A93DA2}" srcOrd="0" destOrd="1" presId="urn:microsoft.com/office/officeart/2005/8/layout/vList2"/>
    <dgm:cxn modelId="{1C364344-5E3C-4FA1-B76C-0276C02B583D}" srcId="{4625842A-9C0B-4D35-BA23-22301FC468EB}" destId="{BE299AA2-A9C8-4D46-8AB8-03277EEB8570}" srcOrd="0" destOrd="0" parTransId="{B919ED37-4996-4C56-8EE7-0155DE7E687C}" sibTransId="{FB6AF48B-57CC-4F0F-A974-3687A37EDFA8}"/>
    <dgm:cxn modelId="{F5DB7B51-4042-4535-80D4-2DA6407D40C6}" srcId="{4625842A-9C0B-4D35-BA23-22301FC468EB}" destId="{88EF3928-CE78-4636-A66F-4F35A2D8AFAC}" srcOrd="1" destOrd="0" parTransId="{5BC4970F-6E9A-4D4C-8FC5-55E624B8DE73}" sibTransId="{23860D03-4DAE-4091-9EB2-5C621AD2FFBA}"/>
    <dgm:cxn modelId="{8400208C-9947-4347-B3E1-4E39539CE0E9}" type="presOf" srcId="{B1314306-5686-4C6E-BBB1-FAB4A49B9DF9}" destId="{8453819C-1259-4751-AE53-021EDBD0B4AF}" srcOrd="0" destOrd="0" presId="urn:microsoft.com/office/officeart/2005/8/layout/vList2"/>
    <dgm:cxn modelId="{26E18393-4A12-4365-ACCE-F2BE7A3BA602}" type="presOf" srcId="{4F095DDE-62D9-450E-8697-BBD757BAB17C}" destId="{BB55F6E1-D65C-4106-B63A-D21738A93DA2}" srcOrd="0" destOrd="0" presId="urn:microsoft.com/office/officeart/2005/8/layout/vList2"/>
    <dgm:cxn modelId="{63CE0AA3-BD8A-460B-A82D-90484DF170D2}" srcId="{88EF3928-CE78-4636-A66F-4F35A2D8AFAC}" destId="{EC28A7BF-A970-4243-B5D6-E670A82C8963}" srcOrd="1" destOrd="0" parTransId="{C4C0D4C3-E684-4B92-BA41-3613973FC0E1}" sibTransId="{A3970674-3996-4A5D-9F88-6F8624F9BB3C}"/>
    <dgm:cxn modelId="{03EDF5AB-E9CA-4297-A786-C8134A925B38}" srcId="{BE299AA2-A9C8-4D46-8AB8-03277EEB8570}" destId="{D52A06CF-D12F-4D78-97DA-5D6ED32FBDC8}" srcOrd="1" destOrd="0" parTransId="{A4D92A28-B1BD-483E-9481-1395F16DA0B7}" sibTransId="{A1C221C4-6527-4950-B13B-9ADFA6F28A5A}"/>
    <dgm:cxn modelId="{93DF85D3-081A-4EB6-8E16-50712522B970}" type="presOf" srcId="{D52A06CF-D12F-4D78-97DA-5D6ED32FBDC8}" destId="{8453819C-1259-4751-AE53-021EDBD0B4AF}" srcOrd="0" destOrd="1" presId="urn:microsoft.com/office/officeart/2005/8/layout/vList2"/>
    <dgm:cxn modelId="{4144B1DA-1A75-4B6C-A3BE-D3A4A9359FEC}" srcId="{88EF3928-CE78-4636-A66F-4F35A2D8AFAC}" destId="{4F095DDE-62D9-450E-8697-BBD757BAB17C}" srcOrd="0" destOrd="0" parTransId="{F8B28C7A-9B7D-4BB4-A4A6-46DC62A58346}" sibTransId="{73EAB735-1CA1-4ACF-AF77-DE2110593FB0}"/>
    <dgm:cxn modelId="{BDCB8FEE-8D4E-49BA-B4BE-31634BF9E7CA}" srcId="{BE299AA2-A9C8-4D46-8AB8-03277EEB8570}" destId="{B1314306-5686-4C6E-BBB1-FAB4A49B9DF9}" srcOrd="0" destOrd="0" parTransId="{42F7D304-8A5E-4811-9582-9E6703199E93}" sibTransId="{5BF6F14A-57CA-406D-9263-B5DE26538238}"/>
    <dgm:cxn modelId="{F4C9F3F5-3F66-4F8C-8528-D60A1B3CBCDE}" type="presOf" srcId="{4625842A-9C0B-4D35-BA23-22301FC468EB}" destId="{5BAD597B-2425-4665-A751-61989AC425FC}" srcOrd="0" destOrd="0" presId="urn:microsoft.com/office/officeart/2005/8/layout/vList2"/>
    <dgm:cxn modelId="{AD5114FA-9814-4219-9891-52879B62C984}" type="presOf" srcId="{88EF3928-CE78-4636-A66F-4F35A2D8AFAC}" destId="{1967BF17-F5F8-4040-9890-56A64DA59707}" srcOrd="0" destOrd="0" presId="urn:microsoft.com/office/officeart/2005/8/layout/vList2"/>
    <dgm:cxn modelId="{A7757967-7854-42AA-B5E5-71FFAACB13C7}" type="presParOf" srcId="{5BAD597B-2425-4665-A751-61989AC425FC}" destId="{2C3941D3-8AE1-4D0E-B77F-27927C2897B8}" srcOrd="0" destOrd="0" presId="urn:microsoft.com/office/officeart/2005/8/layout/vList2"/>
    <dgm:cxn modelId="{2ACB458F-00DE-4AC3-9E3E-374516D6F857}" type="presParOf" srcId="{5BAD597B-2425-4665-A751-61989AC425FC}" destId="{8453819C-1259-4751-AE53-021EDBD0B4AF}" srcOrd="1" destOrd="0" presId="urn:microsoft.com/office/officeart/2005/8/layout/vList2"/>
    <dgm:cxn modelId="{CADE2536-2442-4193-A848-91A53128D70E}" type="presParOf" srcId="{5BAD597B-2425-4665-A751-61989AC425FC}" destId="{1967BF17-F5F8-4040-9890-56A64DA59707}" srcOrd="2" destOrd="0" presId="urn:microsoft.com/office/officeart/2005/8/layout/vList2"/>
    <dgm:cxn modelId="{D540B8FA-4C4D-4E71-94E6-FE2086DF885B}" type="presParOf" srcId="{5BAD597B-2425-4665-A751-61989AC425FC}" destId="{BB55F6E1-D65C-4106-B63A-D21738A93DA2}"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F132BD-EB34-4CB3-A093-D72F3B1FF72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6915461-3F86-45E6-8621-FB68C3EBE143}">
      <dgm:prSet phldrT="[Text]" custT="1"/>
      <dgm:spPr/>
      <dgm:t>
        <a:bodyPr/>
        <a:lstStyle/>
        <a:p>
          <a:r>
            <a:rPr lang="en-US" sz="1700" b="1" dirty="0"/>
            <a:t>Customer Feedback Analysis:</a:t>
          </a:r>
          <a:endParaRPr lang="en-US" sz="1700" dirty="0"/>
        </a:p>
      </dgm:t>
    </dgm:pt>
    <dgm:pt modelId="{833C223B-19F9-476B-9EDA-754B4E10A96D}" type="parTrans" cxnId="{0FC1CD19-C873-4FF0-BCD6-E29E33F3B213}">
      <dgm:prSet/>
      <dgm:spPr/>
      <dgm:t>
        <a:bodyPr/>
        <a:lstStyle/>
        <a:p>
          <a:endParaRPr lang="en-US"/>
        </a:p>
      </dgm:t>
    </dgm:pt>
    <dgm:pt modelId="{54F92660-71C1-4160-BAB6-619C79A54BC4}" type="sibTrans" cxnId="{0FC1CD19-C873-4FF0-BCD6-E29E33F3B213}">
      <dgm:prSet/>
      <dgm:spPr/>
      <dgm:t>
        <a:bodyPr/>
        <a:lstStyle/>
        <a:p>
          <a:endParaRPr lang="en-US"/>
        </a:p>
      </dgm:t>
    </dgm:pt>
    <dgm:pt modelId="{AA964E12-70C1-4243-BE3C-69BEE0F37AB1}">
      <dgm:prSet phldrT="[Text]" custT="1"/>
      <dgm:spPr/>
      <dgm:t>
        <a:bodyPr/>
        <a:lstStyle/>
        <a:p>
          <a:r>
            <a:rPr lang="en-US" sz="1700" dirty="0"/>
            <a:t>Customer ratings have remained consistent, averaging around 3.7 throughout the year.</a:t>
          </a:r>
        </a:p>
      </dgm:t>
    </dgm:pt>
    <dgm:pt modelId="{95D768C4-9DF3-4F0C-A2D4-D11B1C8F5633}" type="parTrans" cxnId="{806C5659-DA44-49BE-A62C-4FFC51E0B3D7}">
      <dgm:prSet/>
      <dgm:spPr/>
      <dgm:t>
        <a:bodyPr/>
        <a:lstStyle/>
        <a:p>
          <a:endParaRPr lang="en-US"/>
        </a:p>
      </dgm:t>
    </dgm:pt>
    <dgm:pt modelId="{65F2AC80-AC09-4493-8319-0B98346AFF92}" type="sibTrans" cxnId="{806C5659-DA44-49BE-A62C-4FFC51E0B3D7}">
      <dgm:prSet/>
      <dgm:spPr/>
      <dgm:t>
        <a:bodyPr/>
        <a:lstStyle/>
        <a:p>
          <a:endParaRPr lang="en-US"/>
        </a:p>
      </dgm:t>
    </dgm:pt>
    <dgm:pt modelId="{E27E5A27-FB36-4654-8C02-218C50D5428D}">
      <dgm:prSet custT="1"/>
      <dgm:spPr/>
      <dgm:t>
        <a:bodyPr/>
        <a:lstStyle/>
        <a:p>
          <a:r>
            <a:rPr lang="en-US" sz="1700" dirty="0"/>
            <a:t>Although stable, the average rating is below the target of 4.0, suggesting a need for focused improvements in customer satisfaction, for products below 3,5.</a:t>
          </a:r>
          <a:endParaRPr lang="nb-NO" sz="1700" dirty="0"/>
        </a:p>
      </dgm:t>
    </dgm:pt>
    <dgm:pt modelId="{020F0205-EA87-459F-98E3-E7D402D037B9}" type="parTrans" cxnId="{186A62AF-7C0F-447B-937D-FC64B65C36C7}">
      <dgm:prSet/>
      <dgm:spPr/>
      <dgm:t>
        <a:bodyPr/>
        <a:lstStyle/>
        <a:p>
          <a:endParaRPr lang="en-US"/>
        </a:p>
      </dgm:t>
    </dgm:pt>
    <dgm:pt modelId="{EAF7E2B0-303C-4C2D-A1E0-B7CAE32C8669}" type="sibTrans" cxnId="{186A62AF-7C0F-447B-937D-FC64B65C36C7}">
      <dgm:prSet/>
      <dgm:spPr/>
      <dgm:t>
        <a:bodyPr/>
        <a:lstStyle/>
        <a:p>
          <a:endParaRPr lang="en-US"/>
        </a:p>
      </dgm:t>
    </dgm:pt>
    <dgm:pt modelId="{D67E7F6E-671B-4AF5-8843-7A4B38CD49D2}" type="pres">
      <dgm:prSet presAssocID="{45F132BD-EB34-4CB3-A093-D72F3B1FF721}" presName="linear" presStyleCnt="0">
        <dgm:presLayoutVars>
          <dgm:animLvl val="lvl"/>
          <dgm:resizeHandles val="exact"/>
        </dgm:presLayoutVars>
      </dgm:prSet>
      <dgm:spPr/>
    </dgm:pt>
    <dgm:pt modelId="{7B5B834D-33BF-44D6-88DB-346DE049A95D}" type="pres">
      <dgm:prSet presAssocID="{F6915461-3F86-45E6-8621-FB68C3EBE143}" presName="parentText" presStyleLbl="node1" presStyleIdx="0" presStyleCnt="1" custLinFactNeighborX="1144" custLinFactNeighborY="934">
        <dgm:presLayoutVars>
          <dgm:chMax val="0"/>
          <dgm:bulletEnabled val="1"/>
        </dgm:presLayoutVars>
      </dgm:prSet>
      <dgm:spPr/>
    </dgm:pt>
    <dgm:pt modelId="{0D7C2B7A-C7E5-49C3-9437-11A246C8DA71}" type="pres">
      <dgm:prSet presAssocID="{F6915461-3F86-45E6-8621-FB68C3EBE143}" presName="childText" presStyleLbl="revTx" presStyleIdx="0" presStyleCnt="1" custLinFactNeighborX="1144" custLinFactNeighborY="22691">
        <dgm:presLayoutVars>
          <dgm:bulletEnabled val="1"/>
        </dgm:presLayoutVars>
      </dgm:prSet>
      <dgm:spPr/>
    </dgm:pt>
  </dgm:ptLst>
  <dgm:cxnLst>
    <dgm:cxn modelId="{0FC1CD19-C873-4FF0-BCD6-E29E33F3B213}" srcId="{45F132BD-EB34-4CB3-A093-D72F3B1FF721}" destId="{F6915461-3F86-45E6-8621-FB68C3EBE143}" srcOrd="0" destOrd="0" parTransId="{833C223B-19F9-476B-9EDA-754B4E10A96D}" sibTransId="{54F92660-71C1-4160-BAB6-619C79A54BC4}"/>
    <dgm:cxn modelId="{A90E221B-EC4C-4291-847F-E22167D34EF8}" type="presOf" srcId="{E27E5A27-FB36-4654-8C02-218C50D5428D}" destId="{0D7C2B7A-C7E5-49C3-9437-11A246C8DA71}" srcOrd="0" destOrd="1" presId="urn:microsoft.com/office/officeart/2005/8/layout/vList2"/>
    <dgm:cxn modelId="{9A5ECD2D-83D9-409D-B995-868660BEF447}" type="presOf" srcId="{45F132BD-EB34-4CB3-A093-D72F3B1FF721}" destId="{D67E7F6E-671B-4AF5-8843-7A4B38CD49D2}" srcOrd="0" destOrd="0" presId="urn:microsoft.com/office/officeart/2005/8/layout/vList2"/>
    <dgm:cxn modelId="{8E8CB770-66B1-483C-B124-6284C40C34A2}" type="presOf" srcId="{AA964E12-70C1-4243-BE3C-69BEE0F37AB1}" destId="{0D7C2B7A-C7E5-49C3-9437-11A246C8DA71}" srcOrd="0" destOrd="0" presId="urn:microsoft.com/office/officeart/2005/8/layout/vList2"/>
    <dgm:cxn modelId="{806C5659-DA44-49BE-A62C-4FFC51E0B3D7}" srcId="{F6915461-3F86-45E6-8621-FB68C3EBE143}" destId="{AA964E12-70C1-4243-BE3C-69BEE0F37AB1}" srcOrd="0" destOrd="0" parTransId="{95D768C4-9DF3-4F0C-A2D4-D11B1C8F5633}" sibTransId="{65F2AC80-AC09-4493-8319-0B98346AFF92}"/>
    <dgm:cxn modelId="{186A62AF-7C0F-447B-937D-FC64B65C36C7}" srcId="{F6915461-3F86-45E6-8621-FB68C3EBE143}" destId="{E27E5A27-FB36-4654-8C02-218C50D5428D}" srcOrd="1" destOrd="0" parTransId="{020F0205-EA87-459F-98E3-E7D402D037B9}" sibTransId="{EAF7E2B0-303C-4C2D-A1E0-B7CAE32C8669}"/>
    <dgm:cxn modelId="{F88D83DE-AE00-4AE6-98DD-0F5437424321}" type="presOf" srcId="{F6915461-3F86-45E6-8621-FB68C3EBE143}" destId="{7B5B834D-33BF-44D6-88DB-346DE049A95D}" srcOrd="0" destOrd="0" presId="urn:microsoft.com/office/officeart/2005/8/layout/vList2"/>
    <dgm:cxn modelId="{5B189874-DB94-4F04-BC37-29A96178A197}" type="presParOf" srcId="{D67E7F6E-671B-4AF5-8843-7A4B38CD49D2}" destId="{7B5B834D-33BF-44D6-88DB-346DE049A95D}" srcOrd="0" destOrd="0" presId="urn:microsoft.com/office/officeart/2005/8/layout/vList2"/>
    <dgm:cxn modelId="{3A6F1A9A-46A1-472F-8905-62847D75E6CB}" type="presParOf" srcId="{D67E7F6E-671B-4AF5-8843-7A4B38CD49D2}" destId="{0D7C2B7A-C7E5-49C3-9437-11A246C8DA71}" srcOrd="1"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7B77C54-2DC4-4A45-B992-9B2CB456188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E262FB3-62E7-4F0E-BDB0-8EF0408EE759}">
      <dgm:prSet/>
      <dgm:spPr/>
      <dgm:t>
        <a:bodyPr/>
        <a:lstStyle/>
        <a:p>
          <a:r>
            <a:rPr lang="en-US" b="1" dirty="0"/>
            <a:t>General Conversion Trend:</a:t>
          </a:r>
          <a:endParaRPr lang="en-US" dirty="0"/>
        </a:p>
      </dgm:t>
    </dgm:pt>
    <dgm:pt modelId="{E67344F5-0EA3-40D4-B147-AF1F11C8BA92}" type="parTrans" cxnId="{C3575196-B93C-4A07-B57C-8D6E82EBAA8A}">
      <dgm:prSet/>
      <dgm:spPr/>
      <dgm:t>
        <a:bodyPr/>
        <a:lstStyle/>
        <a:p>
          <a:endParaRPr lang="en-US"/>
        </a:p>
      </dgm:t>
    </dgm:pt>
    <dgm:pt modelId="{CE6861B0-D18E-4FBB-BCD8-FD569A20A0DC}" type="sibTrans" cxnId="{C3575196-B93C-4A07-B57C-8D6E82EBAA8A}">
      <dgm:prSet/>
      <dgm:spPr/>
      <dgm:t>
        <a:bodyPr/>
        <a:lstStyle/>
        <a:p>
          <a:endParaRPr lang="en-US"/>
        </a:p>
      </dgm:t>
    </dgm:pt>
    <dgm:pt modelId="{8018763C-B813-4357-8EA6-6B44E8654040}">
      <dgm:prSet/>
      <dgm:spPr/>
      <dgm:t>
        <a:bodyPr/>
        <a:lstStyle/>
        <a:p>
          <a:r>
            <a:rPr lang="en-US"/>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dgm:t>
    </dgm:pt>
    <dgm:pt modelId="{DB408E42-FE7B-4C67-9732-942CD207E9B8}" type="parTrans" cxnId="{8DBAC145-4D67-41B1-85CA-FCD87DAEFD85}">
      <dgm:prSet/>
      <dgm:spPr/>
      <dgm:t>
        <a:bodyPr/>
        <a:lstStyle/>
        <a:p>
          <a:endParaRPr lang="en-US"/>
        </a:p>
      </dgm:t>
    </dgm:pt>
    <dgm:pt modelId="{9DD1D32F-605B-4DF2-AA13-5240AE91B329}" type="sibTrans" cxnId="{8DBAC145-4D67-41B1-85CA-FCD87DAEFD85}">
      <dgm:prSet/>
      <dgm:spPr/>
      <dgm:t>
        <a:bodyPr/>
        <a:lstStyle/>
        <a:p>
          <a:endParaRPr lang="en-US"/>
        </a:p>
      </dgm:t>
    </dgm:pt>
    <dgm:pt modelId="{5666ADA4-6986-4CCE-B11F-A1410755F46C}">
      <dgm:prSet/>
      <dgm:spPr/>
      <dgm:t>
        <a:bodyPr/>
        <a:lstStyle/>
        <a:p>
          <a:r>
            <a:rPr lang="en-US" b="1" dirty="0"/>
            <a:t>Lowest Conversion Month:</a:t>
          </a:r>
          <a:endParaRPr lang="en-US" dirty="0"/>
        </a:p>
      </dgm:t>
    </dgm:pt>
    <dgm:pt modelId="{A4FC289C-347E-4F40-B174-28B799ACCF11}" type="parTrans" cxnId="{D5914DA0-10BA-495C-9442-7B73D7FD338B}">
      <dgm:prSet/>
      <dgm:spPr/>
      <dgm:t>
        <a:bodyPr/>
        <a:lstStyle/>
        <a:p>
          <a:endParaRPr lang="en-US"/>
        </a:p>
      </dgm:t>
    </dgm:pt>
    <dgm:pt modelId="{30E0C931-9C32-4F3B-A51E-2350702E326F}" type="sibTrans" cxnId="{D5914DA0-10BA-495C-9442-7B73D7FD338B}">
      <dgm:prSet/>
      <dgm:spPr/>
      <dgm:t>
        <a:bodyPr/>
        <a:lstStyle/>
        <a:p>
          <a:endParaRPr lang="en-US"/>
        </a:p>
      </dgm:t>
    </dgm:pt>
    <dgm:pt modelId="{40BAD72D-343B-4F72-B9A7-47A3E5F5B882}">
      <dgm:prSet/>
      <dgm:spPr/>
      <dgm:t>
        <a:bodyPr/>
        <a:lstStyle/>
        <a:p>
          <a:r>
            <a:rPr lang="en-US"/>
            <a:t>May experienced the lowest overall conversion rate at 4.3%, with no products standing out significantly in terms of conversion. This indicates a potential need to revisit marketing strategies or promotions during this period to boost performance.</a:t>
          </a:r>
        </a:p>
      </dgm:t>
    </dgm:pt>
    <dgm:pt modelId="{07FCD60E-22E4-4B96-BC82-9A265F8B020D}" type="parTrans" cxnId="{C2D9AF3F-21B4-4C27-896D-EDC49BC1583B}">
      <dgm:prSet/>
      <dgm:spPr/>
      <dgm:t>
        <a:bodyPr/>
        <a:lstStyle/>
        <a:p>
          <a:endParaRPr lang="en-US"/>
        </a:p>
      </dgm:t>
    </dgm:pt>
    <dgm:pt modelId="{D1E3F633-B8AC-4F73-A05C-19978F3A0C40}" type="sibTrans" cxnId="{C2D9AF3F-21B4-4C27-896D-EDC49BC1583B}">
      <dgm:prSet/>
      <dgm:spPr/>
      <dgm:t>
        <a:bodyPr/>
        <a:lstStyle/>
        <a:p>
          <a:endParaRPr lang="en-US"/>
        </a:p>
      </dgm:t>
    </dgm:pt>
    <dgm:pt modelId="{3FC1D9DD-EC30-4264-A4A6-43D272103B55}">
      <dgm:prSet/>
      <dgm:spPr/>
      <dgm:t>
        <a:bodyPr/>
        <a:lstStyle/>
        <a:p>
          <a:r>
            <a:rPr lang="en-US" b="1" dirty="0"/>
            <a:t>Highest Conversion Rates:</a:t>
          </a:r>
          <a:endParaRPr lang="en-US" dirty="0"/>
        </a:p>
      </dgm:t>
    </dgm:pt>
    <dgm:pt modelId="{DF0E2CDE-A239-42B3-B271-9CE1121BCD5B}" type="parTrans" cxnId="{EA742041-B258-424D-8B3D-89D10E63B7BF}">
      <dgm:prSet/>
      <dgm:spPr/>
      <dgm:t>
        <a:bodyPr/>
        <a:lstStyle/>
        <a:p>
          <a:endParaRPr lang="en-US"/>
        </a:p>
      </dgm:t>
    </dgm:pt>
    <dgm:pt modelId="{CCB71564-A825-40B6-B299-4D9833F641F9}" type="sibTrans" cxnId="{EA742041-B258-424D-8B3D-89D10E63B7BF}">
      <dgm:prSet/>
      <dgm:spPr/>
      <dgm:t>
        <a:bodyPr/>
        <a:lstStyle/>
        <a:p>
          <a:endParaRPr lang="en-US"/>
        </a:p>
      </dgm:t>
    </dgm:pt>
    <dgm:pt modelId="{658973CA-C30D-463C-A101-54E8B5AC57A9}">
      <dgm:prSet/>
      <dgm:spPr/>
      <dgm:t>
        <a:bodyPr/>
        <a:lstStyle/>
        <a:p>
          <a:r>
            <a:rPr lang="en-US"/>
            <a:t>January recorded the highest overall conversion rate at 18.5%, driven significantly by the Ski Boots with a remarkable 150% conversion. This indicates a strong start to the year, likely fueled by seasonal demand and effective marketing strategies.</a:t>
          </a:r>
        </a:p>
      </dgm:t>
    </dgm:pt>
    <dgm:pt modelId="{6A3D672B-D5C8-4D47-A555-CB8FDEB49C73}" type="parTrans" cxnId="{02A68411-DE31-4C80-995B-622612E30F6A}">
      <dgm:prSet/>
      <dgm:spPr/>
      <dgm:t>
        <a:bodyPr/>
        <a:lstStyle/>
        <a:p>
          <a:endParaRPr lang="en-US"/>
        </a:p>
      </dgm:t>
    </dgm:pt>
    <dgm:pt modelId="{A4C67D29-7DF0-4429-80FE-BA09E857EECA}" type="sibTrans" cxnId="{02A68411-DE31-4C80-995B-622612E30F6A}">
      <dgm:prSet/>
      <dgm:spPr/>
      <dgm:t>
        <a:bodyPr/>
        <a:lstStyle/>
        <a:p>
          <a:endParaRPr lang="en-US"/>
        </a:p>
      </dgm:t>
    </dgm:pt>
    <dgm:pt modelId="{1E4337F7-3E64-46CE-B2BD-2AB30103A019}" type="pres">
      <dgm:prSet presAssocID="{C7B77C54-2DC4-4A45-B992-9B2CB4561882}" presName="linear" presStyleCnt="0">
        <dgm:presLayoutVars>
          <dgm:animLvl val="lvl"/>
          <dgm:resizeHandles val="exact"/>
        </dgm:presLayoutVars>
      </dgm:prSet>
      <dgm:spPr/>
    </dgm:pt>
    <dgm:pt modelId="{A1A5F24C-CBBB-4C53-95D7-19DD42AD9768}" type="pres">
      <dgm:prSet presAssocID="{5E262FB3-62E7-4F0E-BDB0-8EF0408EE759}" presName="parentText" presStyleLbl="node1" presStyleIdx="0" presStyleCnt="3">
        <dgm:presLayoutVars>
          <dgm:chMax val="0"/>
          <dgm:bulletEnabled val="1"/>
        </dgm:presLayoutVars>
      </dgm:prSet>
      <dgm:spPr/>
    </dgm:pt>
    <dgm:pt modelId="{EE1F3D36-A9AF-4BF4-B481-A20BC9AEFD3E}" type="pres">
      <dgm:prSet presAssocID="{5E262FB3-62E7-4F0E-BDB0-8EF0408EE759}" presName="childText" presStyleLbl="revTx" presStyleIdx="0" presStyleCnt="3">
        <dgm:presLayoutVars>
          <dgm:bulletEnabled val="1"/>
        </dgm:presLayoutVars>
      </dgm:prSet>
      <dgm:spPr/>
    </dgm:pt>
    <dgm:pt modelId="{9C092B13-39D9-40A9-8983-51675DA35232}" type="pres">
      <dgm:prSet presAssocID="{5666ADA4-6986-4CCE-B11F-A1410755F46C}" presName="parentText" presStyleLbl="node1" presStyleIdx="1" presStyleCnt="3">
        <dgm:presLayoutVars>
          <dgm:chMax val="0"/>
          <dgm:bulletEnabled val="1"/>
        </dgm:presLayoutVars>
      </dgm:prSet>
      <dgm:spPr/>
    </dgm:pt>
    <dgm:pt modelId="{A6952883-6BEF-48BB-A978-7BC4DB67EBF3}" type="pres">
      <dgm:prSet presAssocID="{5666ADA4-6986-4CCE-B11F-A1410755F46C}" presName="childText" presStyleLbl="revTx" presStyleIdx="1" presStyleCnt="3">
        <dgm:presLayoutVars>
          <dgm:bulletEnabled val="1"/>
        </dgm:presLayoutVars>
      </dgm:prSet>
      <dgm:spPr/>
    </dgm:pt>
    <dgm:pt modelId="{1E3B7CFD-1773-47D2-B4DC-4BD592D34D98}" type="pres">
      <dgm:prSet presAssocID="{3FC1D9DD-EC30-4264-A4A6-43D272103B55}" presName="parentText" presStyleLbl="node1" presStyleIdx="2" presStyleCnt="3">
        <dgm:presLayoutVars>
          <dgm:chMax val="0"/>
          <dgm:bulletEnabled val="1"/>
        </dgm:presLayoutVars>
      </dgm:prSet>
      <dgm:spPr/>
    </dgm:pt>
    <dgm:pt modelId="{35B34968-51B5-4389-90BA-099D04E629F5}" type="pres">
      <dgm:prSet presAssocID="{3FC1D9DD-EC30-4264-A4A6-43D272103B55}" presName="childText" presStyleLbl="revTx" presStyleIdx="2" presStyleCnt="3">
        <dgm:presLayoutVars>
          <dgm:bulletEnabled val="1"/>
        </dgm:presLayoutVars>
      </dgm:prSet>
      <dgm:spPr/>
    </dgm:pt>
  </dgm:ptLst>
  <dgm:cxnLst>
    <dgm:cxn modelId="{B73E2009-323B-4D6B-8B8F-0CE141478857}" type="presOf" srcId="{3FC1D9DD-EC30-4264-A4A6-43D272103B55}" destId="{1E3B7CFD-1773-47D2-B4DC-4BD592D34D98}" srcOrd="0" destOrd="0" presId="urn:microsoft.com/office/officeart/2005/8/layout/vList2"/>
    <dgm:cxn modelId="{5D667410-A6B1-4496-9F0C-16D804FFE8D1}" type="presOf" srcId="{5E262FB3-62E7-4F0E-BDB0-8EF0408EE759}" destId="{A1A5F24C-CBBB-4C53-95D7-19DD42AD9768}" srcOrd="0" destOrd="0" presId="urn:microsoft.com/office/officeart/2005/8/layout/vList2"/>
    <dgm:cxn modelId="{02A68411-DE31-4C80-995B-622612E30F6A}" srcId="{3FC1D9DD-EC30-4264-A4A6-43D272103B55}" destId="{658973CA-C30D-463C-A101-54E8B5AC57A9}" srcOrd="0" destOrd="0" parTransId="{6A3D672B-D5C8-4D47-A555-CB8FDEB49C73}" sibTransId="{A4C67D29-7DF0-4429-80FE-BA09E857EECA}"/>
    <dgm:cxn modelId="{6795F731-2CFE-4C97-AEC1-9A3560A2EBAD}" type="presOf" srcId="{C7B77C54-2DC4-4A45-B992-9B2CB4561882}" destId="{1E4337F7-3E64-46CE-B2BD-2AB30103A019}" srcOrd="0" destOrd="0" presId="urn:microsoft.com/office/officeart/2005/8/layout/vList2"/>
    <dgm:cxn modelId="{C2D9AF3F-21B4-4C27-896D-EDC49BC1583B}" srcId="{5666ADA4-6986-4CCE-B11F-A1410755F46C}" destId="{40BAD72D-343B-4F72-B9A7-47A3E5F5B882}" srcOrd="0" destOrd="0" parTransId="{07FCD60E-22E4-4B96-BC82-9A265F8B020D}" sibTransId="{D1E3F633-B8AC-4F73-A05C-19978F3A0C40}"/>
    <dgm:cxn modelId="{EA742041-B258-424D-8B3D-89D10E63B7BF}" srcId="{C7B77C54-2DC4-4A45-B992-9B2CB4561882}" destId="{3FC1D9DD-EC30-4264-A4A6-43D272103B55}" srcOrd="2" destOrd="0" parTransId="{DF0E2CDE-A239-42B3-B271-9CE1121BCD5B}" sibTransId="{CCB71564-A825-40B6-B299-4D9833F641F9}"/>
    <dgm:cxn modelId="{8DBAC145-4D67-41B1-85CA-FCD87DAEFD85}" srcId="{5E262FB3-62E7-4F0E-BDB0-8EF0408EE759}" destId="{8018763C-B813-4357-8EA6-6B44E8654040}" srcOrd="0" destOrd="0" parTransId="{DB408E42-FE7B-4C67-9732-942CD207E9B8}" sibTransId="{9DD1D32F-605B-4DF2-AA13-5240AE91B329}"/>
    <dgm:cxn modelId="{C3575196-B93C-4A07-B57C-8D6E82EBAA8A}" srcId="{C7B77C54-2DC4-4A45-B992-9B2CB4561882}" destId="{5E262FB3-62E7-4F0E-BDB0-8EF0408EE759}" srcOrd="0" destOrd="0" parTransId="{E67344F5-0EA3-40D4-B147-AF1F11C8BA92}" sibTransId="{CE6861B0-D18E-4FBB-BCD8-FD569A20A0DC}"/>
    <dgm:cxn modelId="{D5914DA0-10BA-495C-9442-7B73D7FD338B}" srcId="{C7B77C54-2DC4-4A45-B992-9B2CB4561882}" destId="{5666ADA4-6986-4CCE-B11F-A1410755F46C}" srcOrd="1" destOrd="0" parTransId="{A4FC289C-347E-4F40-B174-28B799ACCF11}" sibTransId="{30E0C931-9C32-4F3B-A51E-2350702E326F}"/>
    <dgm:cxn modelId="{D47A25A3-BF59-4702-A1B0-362E85DDF405}" type="presOf" srcId="{40BAD72D-343B-4F72-B9A7-47A3E5F5B882}" destId="{A6952883-6BEF-48BB-A978-7BC4DB67EBF3}" srcOrd="0" destOrd="0" presId="urn:microsoft.com/office/officeart/2005/8/layout/vList2"/>
    <dgm:cxn modelId="{E2D93ADA-7EF0-47A1-B98F-15D53D3CEAE0}" type="presOf" srcId="{8018763C-B813-4357-8EA6-6B44E8654040}" destId="{EE1F3D36-A9AF-4BF4-B481-A20BC9AEFD3E}" srcOrd="0" destOrd="0" presId="urn:microsoft.com/office/officeart/2005/8/layout/vList2"/>
    <dgm:cxn modelId="{BD7902DE-4462-4587-8D76-00E7E48FB73C}" type="presOf" srcId="{5666ADA4-6986-4CCE-B11F-A1410755F46C}" destId="{9C092B13-39D9-40A9-8983-51675DA35232}" srcOrd="0" destOrd="0" presId="urn:microsoft.com/office/officeart/2005/8/layout/vList2"/>
    <dgm:cxn modelId="{20A916FF-11C0-4705-892B-6EBA0E84131C}" type="presOf" srcId="{658973CA-C30D-463C-A101-54E8B5AC57A9}" destId="{35B34968-51B5-4389-90BA-099D04E629F5}" srcOrd="0" destOrd="0" presId="urn:microsoft.com/office/officeart/2005/8/layout/vList2"/>
    <dgm:cxn modelId="{BCDC0910-2DC4-4123-811F-4746C53DCB8C}" type="presParOf" srcId="{1E4337F7-3E64-46CE-B2BD-2AB30103A019}" destId="{A1A5F24C-CBBB-4C53-95D7-19DD42AD9768}" srcOrd="0" destOrd="0" presId="urn:microsoft.com/office/officeart/2005/8/layout/vList2"/>
    <dgm:cxn modelId="{CB5A0619-FC42-4D96-8F04-CD1F9BD733CC}" type="presParOf" srcId="{1E4337F7-3E64-46CE-B2BD-2AB30103A019}" destId="{EE1F3D36-A9AF-4BF4-B481-A20BC9AEFD3E}" srcOrd="1" destOrd="0" presId="urn:microsoft.com/office/officeart/2005/8/layout/vList2"/>
    <dgm:cxn modelId="{4A4274F6-7ED1-45AA-94DB-A3A81601C875}" type="presParOf" srcId="{1E4337F7-3E64-46CE-B2BD-2AB30103A019}" destId="{9C092B13-39D9-40A9-8983-51675DA35232}" srcOrd="2" destOrd="0" presId="urn:microsoft.com/office/officeart/2005/8/layout/vList2"/>
    <dgm:cxn modelId="{65B603DE-5DD4-4E95-BFE8-C2F1302EE74A}" type="presParOf" srcId="{1E4337F7-3E64-46CE-B2BD-2AB30103A019}" destId="{A6952883-6BEF-48BB-A978-7BC4DB67EBF3}" srcOrd="3" destOrd="0" presId="urn:microsoft.com/office/officeart/2005/8/layout/vList2"/>
    <dgm:cxn modelId="{2AB3D8D0-E906-444B-B9BA-C22365580B89}" type="presParOf" srcId="{1E4337F7-3E64-46CE-B2BD-2AB30103A019}" destId="{1E3B7CFD-1773-47D2-B4DC-4BD592D34D98}" srcOrd="4" destOrd="0" presId="urn:microsoft.com/office/officeart/2005/8/layout/vList2"/>
    <dgm:cxn modelId="{DE209E8A-642F-4E35-8EB9-B42C1CDD0C86}" type="presParOf" srcId="{1E4337F7-3E64-46CE-B2BD-2AB30103A019}" destId="{35B34968-51B5-4389-90BA-099D04E629F5}"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625842A-9C0B-4D35-BA23-22301FC468EB}" type="doc">
      <dgm:prSet loTypeId="urn:microsoft.com/office/officeart/2005/8/layout/vList2" loCatId="list" qsTypeId="urn:microsoft.com/office/officeart/2005/8/quickstyle/simple2" qsCatId="simple" csTypeId="urn:microsoft.com/office/officeart/2005/8/colors/accent1_2" csCatId="accent1" phldr="1"/>
      <dgm:spPr/>
      <dgm:t>
        <a:bodyPr/>
        <a:lstStyle/>
        <a:p>
          <a:endParaRPr lang="en-US"/>
        </a:p>
      </dgm:t>
    </dgm:pt>
    <dgm:pt modelId="{BE299AA2-A9C8-4D46-8AB8-03277EEB8570}">
      <dgm:prSet phldrT="[Text]" custT="1"/>
      <dgm:spPr/>
      <dgm:t>
        <a:bodyPr/>
        <a:lstStyle/>
        <a:p>
          <a:r>
            <a:rPr lang="en-US" sz="1700" b="1" dirty="0"/>
            <a:t>Declining Views:</a:t>
          </a:r>
          <a:endParaRPr lang="en-US" sz="1700" dirty="0"/>
        </a:p>
      </dgm:t>
    </dgm:pt>
    <dgm:pt modelId="{B919ED37-4996-4C56-8EE7-0155DE7E687C}" type="parTrans" cxnId="{1C364344-5E3C-4FA1-B76C-0276C02B583D}">
      <dgm:prSet/>
      <dgm:spPr/>
      <dgm:t>
        <a:bodyPr/>
        <a:lstStyle/>
        <a:p>
          <a:endParaRPr lang="en-US"/>
        </a:p>
      </dgm:t>
    </dgm:pt>
    <dgm:pt modelId="{FB6AF48B-57CC-4F0F-A974-3687A37EDFA8}" type="sibTrans" cxnId="{1C364344-5E3C-4FA1-B76C-0276C02B583D}">
      <dgm:prSet/>
      <dgm:spPr/>
      <dgm:t>
        <a:bodyPr/>
        <a:lstStyle/>
        <a:p>
          <a:endParaRPr lang="en-US"/>
        </a:p>
      </dgm:t>
    </dgm:pt>
    <dgm:pt modelId="{B1314306-5686-4C6E-BBB1-FAB4A49B9DF9}">
      <dgm:prSet phldrT="[Text]" custT="1"/>
      <dgm:spPr/>
      <dgm:t>
        <a:bodyPr/>
        <a:lstStyle/>
        <a:p>
          <a:r>
            <a:rPr lang="en-US" sz="1700" dirty="0"/>
            <a:t>Views peaked in February and July but declined from August and on, indicating reduced audience engagement in the later half of the year.</a:t>
          </a:r>
        </a:p>
      </dgm:t>
    </dgm:pt>
    <dgm:pt modelId="{42F7D304-8A5E-4811-9582-9E6703199E93}" type="parTrans" cxnId="{BDCB8FEE-8D4E-49BA-B4BE-31634BF9E7CA}">
      <dgm:prSet/>
      <dgm:spPr/>
      <dgm:t>
        <a:bodyPr/>
        <a:lstStyle/>
        <a:p>
          <a:endParaRPr lang="en-US"/>
        </a:p>
      </dgm:t>
    </dgm:pt>
    <dgm:pt modelId="{5BF6F14A-57CA-406D-9263-B5DE26538238}" type="sibTrans" cxnId="{BDCB8FEE-8D4E-49BA-B4BE-31634BF9E7CA}">
      <dgm:prSet/>
      <dgm:spPr/>
      <dgm:t>
        <a:bodyPr/>
        <a:lstStyle/>
        <a:p>
          <a:endParaRPr lang="en-US"/>
        </a:p>
      </dgm:t>
    </dgm:pt>
    <dgm:pt modelId="{88EF3928-CE78-4636-A66F-4F35A2D8AFAC}">
      <dgm:prSet phldrT="[Text]" custT="1"/>
      <dgm:spPr/>
      <dgm:t>
        <a:bodyPr/>
        <a:lstStyle/>
        <a:p>
          <a:r>
            <a:rPr lang="en-US" sz="1700" b="1" dirty="0"/>
            <a:t>Low Interaction Rate</a:t>
          </a:r>
        </a:p>
      </dgm:t>
    </dgm:pt>
    <dgm:pt modelId="{5BC4970F-6E9A-4D4C-8FC5-55E624B8DE73}" type="parTrans" cxnId="{F5DB7B51-4042-4535-80D4-2DA6407D40C6}">
      <dgm:prSet/>
      <dgm:spPr/>
      <dgm:t>
        <a:bodyPr/>
        <a:lstStyle/>
        <a:p>
          <a:endParaRPr lang="en-US"/>
        </a:p>
      </dgm:t>
    </dgm:pt>
    <dgm:pt modelId="{23860D03-4DAE-4091-9EB2-5C621AD2FFBA}" type="sibTrans" cxnId="{F5DB7B51-4042-4535-80D4-2DA6407D40C6}">
      <dgm:prSet/>
      <dgm:spPr/>
      <dgm:t>
        <a:bodyPr/>
        <a:lstStyle/>
        <a:p>
          <a:endParaRPr lang="en-US"/>
        </a:p>
      </dgm:t>
    </dgm:pt>
    <dgm:pt modelId="{4F095DDE-62D9-450E-8697-BBD757BAB17C}">
      <dgm:prSet phldrT="[Text]" custT="1"/>
      <dgm:spPr/>
      <dgm:t>
        <a:bodyPr/>
        <a:lstStyle/>
        <a:p>
          <a:r>
            <a:rPr lang="en-US" sz="1700" dirty="0" err="1"/>
            <a:t>Cicks</a:t>
          </a:r>
          <a:r>
            <a:rPr lang="en-US" sz="1700" dirty="0"/>
            <a:t> and likes remained consistently low compared to views, suggesting the need for more engaging content or stronger calls to action</a:t>
          </a:r>
        </a:p>
      </dgm:t>
    </dgm:pt>
    <dgm:pt modelId="{F8B28C7A-9B7D-4BB4-A4A6-46DC62A58346}" type="parTrans" cxnId="{4144B1DA-1A75-4B6C-A3BE-D3A4A9359FEC}">
      <dgm:prSet/>
      <dgm:spPr/>
      <dgm:t>
        <a:bodyPr/>
        <a:lstStyle/>
        <a:p>
          <a:endParaRPr lang="en-US"/>
        </a:p>
      </dgm:t>
    </dgm:pt>
    <dgm:pt modelId="{73EAB735-1CA1-4ACF-AF77-DE2110593FB0}" type="sibTrans" cxnId="{4144B1DA-1A75-4B6C-A3BE-D3A4A9359FEC}">
      <dgm:prSet/>
      <dgm:spPr/>
      <dgm:t>
        <a:bodyPr/>
        <a:lstStyle/>
        <a:p>
          <a:endParaRPr lang="en-US"/>
        </a:p>
      </dgm:t>
    </dgm:pt>
    <dgm:pt modelId="{D52A06CF-D12F-4D78-97DA-5D6ED32FBDC8}">
      <dgm:prSet phldrT="[Text]" custT="1"/>
      <dgm:spPr/>
      <dgm:t>
        <a:bodyPr/>
        <a:lstStyle/>
        <a:p>
          <a:endParaRPr lang="en-US" sz="1700" dirty="0"/>
        </a:p>
      </dgm:t>
    </dgm:pt>
    <dgm:pt modelId="{A4D92A28-B1BD-483E-9481-1395F16DA0B7}" type="parTrans" cxnId="{03EDF5AB-E9CA-4297-A786-C8134A925B38}">
      <dgm:prSet/>
      <dgm:spPr/>
      <dgm:t>
        <a:bodyPr/>
        <a:lstStyle/>
        <a:p>
          <a:endParaRPr lang="en-US"/>
        </a:p>
      </dgm:t>
    </dgm:pt>
    <dgm:pt modelId="{A1C221C4-6527-4950-B13B-9ADFA6F28A5A}" type="sibTrans" cxnId="{03EDF5AB-E9CA-4297-A786-C8134A925B38}">
      <dgm:prSet/>
      <dgm:spPr/>
      <dgm:t>
        <a:bodyPr/>
        <a:lstStyle/>
        <a:p>
          <a:endParaRPr lang="en-US"/>
        </a:p>
      </dgm:t>
    </dgm:pt>
    <dgm:pt modelId="{5BAD597B-2425-4665-A751-61989AC425FC}" type="pres">
      <dgm:prSet presAssocID="{4625842A-9C0B-4D35-BA23-22301FC468EB}" presName="linear" presStyleCnt="0">
        <dgm:presLayoutVars>
          <dgm:animLvl val="lvl"/>
          <dgm:resizeHandles val="exact"/>
        </dgm:presLayoutVars>
      </dgm:prSet>
      <dgm:spPr/>
    </dgm:pt>
    <dgm:pt modelId="{2C3941D3-8AE1-4D0E-B77F-27927C2897B8}" type="pres">
      <dgm:prSet presAssocID="{BE299AA2-A9C8-4D46-8AB8-03277EEB8570}" presName="parentText" presStyleLbl="node1" presStyleIdx="0" presStyleCnt="2" custLinFactNeighborX="-364" custLinFactNeighborY="-1323">
        <dgm:presLayoutVars>
          <dgm:chMax val="0"/>
          <dgm:bulletEnabled val="1"/>
        </dgm:presLayoutVars>
      </dgm:prSet>
      <dgm:spPr/>
    </dgm:pt>
    <dgm:pt modelId="{8453819C-1259-4751-AE53-021EDBD0B4AF}" type="pres">
      <dgm:prSet presAssocID="{BE299AA2-A9C8-4D46-8AB8-03277EEB8570}" presName="childText" presStyleLbl="revTx" presStyleIdx="0" presStyleCnt="2">
        <dgm:presLayoutVars>
          <dgm:bulletEnabled val="1"/>
        </dgm:presLayoutVars>
      </dgm:prSet>
      <dgm:spPr/>
    </dgm:pt>
    <dgm:pt modelId="{1967BF17-F5F8-4040-9890-56A64DA59707}" type="pres">
      <dgm:prSet presAssocID="{88EF3928-CE78-4636-A66F-4F35A2D8AFAC}" presName="parentText" presStyleLbl="node1" presStyleIdx="1" presStyleCnt="2" custLinFactNeighborX="783" custLinFactNeighborY="2993">
        <dgm:presLayoutVars>
          <dgm:chMax val="0"/>
          <dgm:bulletEnabled val="1"/>
        </dgm:presLayoutVars>
      </dgm:prSet>
      <dgm:spPr/>
    </dgm:pt>
    <dgm:pt modelId="{BB55F6E1-D65C-4106-B63A-D21738A93DA2}" type="pres">
      <dgm:prSet presAssocID="{88EF3928-CE78-4636-A66F-4F35A2D8AFAC}" presName="childText" presStyleLbl="revTx" presStyleIdx="1" presStyleCnt="2">
        <dgm:presLayoutVars>
          <dgm:bulletEnabled val="1"/>
        </dgm:presLayoutVars>
      </dgm:prSet>
      <dgm:spPr/>
    </dgm:pt>
  </dgm:ptLst>
  <dgm:cxnLst>
    <dgm:cxn modelId="{CF4B9C34-2A84-4589-A617-8442952FFE9E}" type="presOf" srcId="{BE299AA2-A9C8-4D46-8AB8-03277EEB8570}" destId="{2C3941D3-8AE1-4D0E-B77F-27927C2897B8}" srcOrd="0" destOrd="0" presId="urn:microsoft.com/office/officeart/2005/8/layout/vList2"/>
    <dgm:cxn modelId="{1C364344-5E3C-4FA1-B76C-0276C02B583D}" srcId="{4625842A-9C0B-4D35-BA23-22301FC468EB}" destId="{BE299AA2-A9C8-4D46-8AB8-03277EEB8570}" srcOrd="0" destOrd="0" parTransId="{B919ED37-4996-4C56-8EE7-0155DE7E687C}" sibTransId="{FB6AF48B-57CC-4F0F-A974-3687A37EDFA8}"/>
    <dgm:cxn modelId="{F5DB7B51-4042-4535-80D4-2DA6407D40C6}" srcId="{4625842A-9C0B-4D35-BA23-22301FC468EB}" destId="{88EF3928-CE78-4636-A66F-4F35A2D8AFAC}" srcOrd="1" destOrd="0" parTransId="{5BC4970F-6E9A-4D4C-8FC5-55E624B8DE73}" sibTransId="{23860D03-4DAE-4091-9EB2-5C621AD2FFBA}"/>
    <dgm:cxn modelId="{8400208C-9947-4347-B3E1-4E39539CE0E9}" type="presOf" srcId="{B1314306-5686-4C6E-BBB1-FAB4A49B9DF9}" destId="{8453819C-1259-4751-AE53-021EDBD0B4AF}" srcOrd="0" destOrd="0" presId="urn:microsoft.com/office/officeart/2005/8/layout/vList2"/>
    <dgm:cxn modelId="{26E18393-4A12-4365-ACCE-F2BE7A3BA602}" type="presOf" srcId="{4F095DDE-62D9-450E-8697-BBD757BAB17C}" destId="{BB55F6E1-D65C-4106-B63A-D21738A93DA2}" srcOrd="0" destOrd="0" presId="urn:microsoft.com/office/officeart/2005/8/layout/vList2"/>
    <dgm:cxn modelId="{03EDF5AB-E9CA-4297-A786-C8134A925B38}" srcId="{BE299AA2-A9C8-4D46-8AB8-03277EEB8570}" destId="{D52A06CF-D12F-4D78-97DA-5D6ED32FBDC8}" srcOrd="1" destOrd="0" parTransId="{A4D92A28-B1BD-483E-9481-1395F16DA0B7}" sibTransId="{A1C221C4-6527-4950-B13B-9ADFA6F28A5A}"/>
    <dgm:cxn modelId="{93DF85D3-081A-4EB6-8E16-50712522B970}" type="presOf" srcId="{D52A06CF-D12F-4D78-97DA-5D6ED32FBDC8}" destId="{8453819C-1259-4751-AE53-021EDBD0B4AF}" srcOrd="0" destOrd="1" presId="urn:microsoft.com/office/officeart/2005/8/layout/vList2"/>
    <dgm:cxn modelId="{4144B1DA-1A75-4B6C-A3BE-D3A4A9359FEC}" srcId="{88EF3928-CE78-4636-A66F-4F35A2D8AFAC}" destId="{4F095DDE-62D9-450E-8697-BBD757BAB17C}" srcOrd="0" destOrd="0" parTransId="{F8B28C7A-9B7D-4BB4-A4A6-46DC62A58346}" sibTransId="{73EAB735-1CA1-4ACF-AF77-DE2110593FB0}"/>
    <dgm:cxn modelId="{BDCB8FEE-8D4E-49BA-B4BE-31634BF9E7CA}" srcId="{BE299AA2-A9C8-4D46-8AB8-03277EEB8570}" destId="{B1314306-5686-4C6E-BBB1-FAB4A49B9DF9}" srcOrd="0" destOrd="0" parTransId="{42F7D304-8A5E-4811-9582-9E6703199E93}" sibTransId="{5BF6F14A-57CA-406D-9263-B5DE26538238}"/>
    <dgm:cxn modelId="{F4C9F3F5-3F66-4F8C-8528-D60A1B3CBCDE}" type="presOf" srcId="{4625842A-9C0B-4D35-BA23-22301FC468EB}" destId="{5BAD597B-2425-4665-A751-61989AC425FC}" srcOrd="0" destOrd="0" presId="urn:microsoft.com/office/officeart/2005/8/layout/vList2"/>
    <dgm:cxn modelId="{AD5114FA-9814-4219-9891-52879B62C984}" type="presOf" srcId="{88EF3928-CE78-4636-A66F-4F35A2D8AFAC}" destId="{1967BF17-F5F8-4040-9890-56A64DA59707}" srcOrd="0" destOrd="0" presId="urn:microsoft.com/office/officeart/2005/8/layout/vList2"/>
    <dgm:cxn modelId="{A7757967-7854-42AA-B5E5-71FFAACB13C7}" type="presParOf" srcId="{5BAD597B-2425-4665-A751-61989AC425FC}" destId="{2C3941D3-8AE1-4D0E-B77F-27927C2897B8}" srcOrd="0" destOrd="0" presId="urn:microsoft.com/office/officeart/2005/8/layout/vList2"/>
    <dgm:cxn modelId="{2ACB458F-00DE-4AC3-9E3E-374516D6F857}" type="presParOf" srcId="{5BAD597B-2425-4665-A751-61989AC425FC}" destId="{8453819C-1259-4751-AE53-021EDBD0B4AF}" srcOrd="1" destOrd="0" presId="urn:microsoft.com/office/officeart/2005/8/layout/vList2"/>
    <dgm:cxn modelId="{CADE2536-2442-4193-A848-91A53128D70E}" type="presParOf" srcId="{5BAD597B-2425-4665-A751-61989AC425FC}" destId="{1967BF17-F5F8-4040-9890-56A64DA59707}" srcOrd="2" destOrd="0" presId="urn:microsoft.com/office/officeart/2005/8/layout/vList2"/>
    <dgm:cxn modelId="{D540B8FA-4C4D-4E71-94E6-FE2086DF885B}" type="presParOf" srcId="{5BAD597B-2425-4665-A751-61989AC425FC}" destId="{BB55F6E1-D65C-4106-B63A-D21738A93DA2}"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5F132BD-EB34-4CB3-A093-D72F3B1FF721}" type="doc">
      <dgm:prSet loTypeId="urn:microsoft.com/office/officeart/2005/8/layout/vList2" loCatId="list" qsTypeId="urn:microsoft.com/office/officeart/2005/8/quickstyle/simple2" qsCatId="simple" csTypeId="urn:microsoft.com/office/officeart/2005/8/colors/accent1_2" csCatId="accent1" phldr="1"/>
      <dgm:spPr/>
      <dgm:t>
        <a:bodyPr/>
        <a:lstStyle/>
        <a:p>
          <a:endParaRPr lang="en-US"/>
        </a:p>
      </dgm:t>
    </dgm:pt>
    <dgm:pt modelId="{F6915461-3F86-45E6-8621-FB68C3EBE143}">
      <dgm:prSet phldrT="[Text]" custT="1"/>
      <dgm:spPr/>
      <dgm:t>
        <a:bodyPr/>
        <a:lstStyle/>
        <a:p>
          <a:r>
            <a:rPr lang="en-US" sz="1700" b="1" dirty="0"/>
            <a:t>Content Type Performance:</a:t>
          </a:r>
          <a:endParaRPr lang="en-US" sz="1700" dirty="0"/>
        </a:p>
      </dgm:t>
    </dgm:pt>
    <dgm:pt modelId="{833C223B-19F9-476B-9EDA-754B4E10A96D}" type="parTrans" cxnId="{0FC1CD19-C873-4FF0-BCD6-E29E33F3B213}">
      <dgm:prSet/>
      <dgm:spPr/>
      <dgm:t>
        <a:bodyPr/>
        <a:lstStyle/>
        <a:p>
          <a:endParaRPr lang="en-US"/>
        </a:p>
      </dgm:t>
    </dgm:pt>
    <dgm:pt modelId="{54F92660-71C1-4160-BAB6-619C79A54BC4}" type="sibTrans" cxnId="{0FC1CD19-C873-4FF0-BCD6-E29E33F3B213}">
      <dgm:prSet/>
      <dgm:spPr/>
      <dgm:t>
        <a:bodyPr/>
        <a:lstStyle/>
        <a:p>
          <a:endParaRPr lang="en-US"/>
        </a:p>
      </dgm:t>
    </dgm:pt>
    <dgm:pt modelId="{AA964E12-70C1-4243-BE3C-69BEE0F37AB1}">
      <dgm:prSet phldrT="[Text]" custT="1"/>
      <dgm:spPr/>
      <dgm:t>
        <a:bodyPr/>
        <a:lstStyle/>
        <a:p>
          <a:r>
            <a:rPr lang="en-US" sz="1700" dirty="0"/>
            <a:t>Blog content drove the most views, especially in April and July, while social media and video content maintained steady but slightly lower engagement.</a:t>
          </a:r>
        </a:p>
      </dgm:t>
    </dgm:pt>
    <dgm:pt modelId="{95D768C4-9DF3-4F0C-A2D4-D11B1C8F5633}" type="parTrans" cxnId="{806C5659-DA44-49BE-A62C-4FFC51E0B3D7}">
      <dgm:prSet/>
      <dgm:spPr/>
      <dgm:t>
        <a:bodyPr/>
        <a:lstStyle/>
        <a:p>
          <a:endParaRPr lang="en-US"/>
        </a:p>
      </dgm:t>
    </dgm:pt>
    <dgm:pt modelId="{65F2AC80-AC09-4493-8319-0B98346AFF92}" type="sibTrans" cxnId="{806C5659-DA44-49BE-A62C-4FFC51E0B3D7}">
      <dgm:prSet/>
      <dgm:spPr/>
      <dgm:t>
        <a:bodyPr/>
        <a:lstStyle/>
        <a:p>
          <a:endParaRPr lang="en-US"/>
        </a:p>
      </dgm:t>
    </dgm:pt>
    <dgm:pt modelId="{D67E7F6E-671B-4AF5-8843-7A4B38CD49D2}" type="pres">
      <dgm:prSet presAssocID="{45F132BD-EB34-4CB3-A093-D72F3B1FF721}" presName="linear" presStyleCnt="0">
        <dgm:presLayoutVars>
          <dgm:animLvl val="lvl"/>
          <dgm:resizeHandles val="exact"/>
        </dgm:presLayoutVars>
      </dgm:prSet>
      <dgm:spPr/>
    </dgm:pt>
    <dgm:pt modelId="{7B5B834D-33BF-44D6-88DB-346DE049A95D}" type="pres">
      <dgm:prSet presAssocID="{F6915461-3F86-45E6-8621-FB68C3EBE143}" presName="parentText" presStyleLbl="node1" presStyleIdx="0" presStyleCnt="1" custLinFactNeighborX="-2691" custLinFactNeighborY="1873">
        <dgm:presLayoutVars>
          <dgm:chMax val="0"/>
          <dgm:bulletEnabled val="1"/>
        </dgm:presLayoutVars>
      </dgm:prSet>
      <dgm:spPr/>
    </dgm:pt>
    <dgm:pt modelId="{0D7C2B7A-C7E5-49C3-9437-11A246C8DA71}" type="pres">
      <dgm:prSet presAssocID="{F6915461-3F86-45E6-8621-FB68C3EBE143}" presName="childText" presStyleLbl="revTx" presStyleIdx="0" presStyleCnt="1" custLinFactNeighborX="1144" custLinFactNeighborY="22691">
        <dgm:presLayoutVars>
          <dgm:bulletEnabled val="1"/>
        </dgm:presLayoutVars>
      </dgm:prSet>
      <dgm:spPr/>
    </dgm:pt>
  </dgm:ptLst>
  <dgm:cxnLst>
    <dgm:cxn modelId="{0FC1CD19-C873-4FF0-BCD6-E29E33F3B213}" srcId="{45F132BD-EB34-4CB3-A093-D72F3B1FF721}" destId="{F6915461-3F86-45E6-8621-FB68C3EBE143}" srcOrd="0" destOrd="0" parTransId="{833C223B-19F9-476B-9EDA-754B4E10A96D}" sibTransId="{54F92660-71C1-4160-BAB6-619C79A54BC4}"/>
    <dgm:cxn modelId="{9A5ECD2D-83D9-409D-B995-868660BEF447}" type="presOf" srcId="{45F132BD-EB34-4CB3-A093-D72F3B1FF721}" destId="{D67E7F6E-671B-4AF5-8843-7A4B38CD49D2}" srcOrd="0" destOrd="0" presId="urn:microsoft.com/office/officeart/2005/8/layout/vList2"/>
    <dgm:cxn modelId="{8E8CB770-66B1-483C-B124-6284C40C34A2}" type="presOf" srcId="{AA964E12-70C1-4243-BE3C-69BEE0F37AB1}" destId="{0D7C2B7A-C7E5-49C3-9437-11A246C8DA71}" srcOrd="0" destOrd="0" presId="urn:microsoft.com/office/officeart/2005/8/layout/vList2"/>
    <dgm:cxn modelId="{806C5659-DA44-49BE-A62C-4FFC51E0B3D7}" srcId="{F6915461-3F86-45E6-8621-FB68C3EBE143}" destId="{AA964E12-70C1-4243-BE3C-69BEE0F37AB1}" srcOrd="0" destOrd="0" parTransId="{95D768C4-9DF3-4F0C-A2D4-D11B1C8F5633}" sibTransId="{65F2AC80-AC09-4493-8319-0B98346AFF92}"/>
    <dgm:cxn modelId="{F88D83DE-AE00-4AE6-98DD-0F5437424321}" type="presOf" srcId="{F6915461-3F86-45E6-8621-FB68C3EBE143}" destId="{7B5B834D-33BF-44D6-88DB-346DE049A95D}" srcOrd="0" destOrd="0" presId="urn:microsoft.com/office/officeart/2005/8/layout/vList2"/>
    <dgm:cxn modelId="{5B189874-DB94-4F04-BC37-29A96178A197}" type="presParOf" srcId="{D67E7F6E-671B-4AF5-8843-7A4B38CD49D2}" destId="{7B5B834D-33BF-44D6-88DB-346DE049A95D}" srcOrd="0" destOrd="0" presId="urn:microsoft.com/office/officeart/2005/8/layout/vList2"/>
    <dgm:cxn modelId="{3A6F1A9A-46A1-472F-8905-62847D75E6CB}" type="presParOf" srcId="{D67E7F6E-671B-4AF5-8843-7A4B38CD49D2}" destId="{0D7C2B7A-C7E5-49C3-9437-11A246C8DA71}" srcOrd="1"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9954314-2EA7-48EE-8EDA-B02A1E09DFF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41AF1F4-CBF4-4598-BF4F-D13E029C38A2}">
      <dgm:prSet/>
      <dgm:spPr/>
      <dgm:t>
        <a:bodyPr/>
        <a:lstStyle/>
        <a:p>
          <a:pPr>
            <a:lnSpc>
              <a:spcPct val="100000"/>
            </a:lnSpc>
          </a:pPr>
          <a:r>
            <a:rPr lang="en-US" b="1"/>
            <a:t>Increase Conversion Rates:</a:t>
          </a:r>
          <a:endParaRPr lang="en-US"/>
        </a:p>
      </dgm:t>
    </dgm:pt>
    <dgm:pt modelId="{901AB328-C3C4-4230-99D3-C5A0EAC0327A}" type="parTrans" cxnId="{9D7CD27B-4CCE-4C92-BCA2-53289269531D}">
      <dgm:prSet/>
      <dgm:spPr/>
      <dgm:t>
        <a:bodyPr/>
        <a:lstStyle/>
        <a:p>
          <a:endParaRPr lang="en-US"/>
        </a:p>
      </dgm:t>
    </dgm:pt>
    <dgm:pt modelId="{D0720E21-4F65-438D-91A1-947DF8A7417F}" type="sibTrans" cxnId="{9D7CD27B-4CCE-4C92-BCA2-53289269531D}">
      <dgm:prSet/>
      <dgm:spPr/>
      <dgm:t>
        <a:bodyPr/>
        <a:lstStyle/>
        <a:p>
          <a:endParaRPr lang="en-US"/>
        </a:p>
      </dgm:t>
    </dgm:pt>
    <dgm:pt modelId="{D6338DFC-7B36-4B92-8086-E781FEAB3F1D}">
      <dgm:prSet/>
      <dgm:spPr/>
      <dgm:t>
        <a:bodyPr/>
        <a:lstStyle/>
        <a:p>
          <a:pPr>
            <a:lnSpc>
              <a:spcPct val="100000"/>
            </a:lnSpc>
          </a:pPr>
          <a:r>
            <a:rPr lang="en-US" b="1"/>
            <a:t>Goal: </a:t>
          </a:r>
          <a:r>
            <a:rPr lang="en-US"/>
            <a:t>Identify factors impacting the conversion rate and provide recommendations to improve it.</a:t>
          </a:r>
        </a:p>
      </dgm:t>
    </dgm:pt>
    <dgm:pt modelId="{B1A4F037-6B45-4520-9371-CCC53A31BE9C}" type="parTrans" cxnId="{021FB8A6-6260-45F1-8650-1D932F182400}">
      <dgm:prSet/>
      <dgm:spPr/>
      <dgm:t>
        <a:bodyPr/>
        <a:lstStyle/>
        <a:p>
          <a:endParaRPr lang="en-US"/>
        </a:p>
      </dgm:t>
    </dgm:pt>
    <dgm:pt modelId="{306E200F-7007-4FA6-88C1-3B6EE6ACBEA9}" type="sibTrans" cxnId="{021FB8A6-6260-45F1-8650-1D932F182400}">
      <dgm:prSet/>
      <dgm:spPr/>
      <dgm:t>
        <a:bodyPr/>
        <a:lstStyle/>
        <a:p>
          <a:endParaRPr lang="en-US"/>
        </a:p>
      </dgm:t>
    </dgm:pt>
    <dgm:pt modelId="{CF48E644-B1D6-462B-A023-0B504750AD7B}">
      <dgm:prSet/>
      <dgm:spPr/>
      <dgm:t>
        <a:bodyPr/>
        <a:lstStyle/>
        <a:p>
          <a:pPr>
            <a:lnSpc>
              <a:spcPct val="100000"/>
            </a:lnSpc>
          </a:pPr>
          <a:r>
            <a:rPr lang="en-US" b="1"/>
            <a:t>Insight: </a:t>
          </a:r>
          <a:r>
            <a:rPr lang="en-US"/>
            <a:t>Highlight key stages where visitors drop off and suggest improvements to optimize the conversion funnel.</a:t>
          </a:r>
        </a:p>
      </dgm:t>
    </dgm:pt>
    <dgm:pt modelId="{F429662C-01C3-4600-8A0C-0F33D3328A97}" type="parTrans" cxnId="{7A6870C4-D485-4A27-8A19-13AD3D39A694}">
      <dgm:prSet/>
      <dgm:spPr/>
      <dgm:t>
        <a:bodyPr/>
        <a:lstStyle/>
        <a:p>
          <a:endParaRPr lang="en-US"/>
        </a:p>
      </dgm:t>
    </dgm:pt>
    <dgm:pt modelId="{1C8382A7-AA5C-4CFC-B704-FFF8EF15A6D5}" type="sibTrans" cxnId="{7A6870C4-D485-4A27-8A19-13AD3D39A694}">
      <dgm:prSet/>
      <dgm:spPr/>
      <dgm:t>
        <a:bodyPr/>
        <a:lstStyle/>
        <a:p>
          <a:endParaRPr lang="en-US"/>
        </a:p>
      </dgm:t>
    </dgm:pt>
    <dgm:pt modelId="{34CB765B-3B7D-4F5C-8625-0511C272D82C}">
      <dgm:prSet/>
      <dgm:spPr/>
      <dgm:t>
        <a:bodyPr/>
        <a:lstStyle/>
        <a:p>
          <a:pPr>
            <a:lnSpc>
              <a:spcPct val="100000"/>
            </a:lnSpc>
          </a:pPr>
          <a:r>
            <a:rPr lang="en-US" b="1"/>
            <a:t>Enhance Customer Engagement:</a:t>
          </a:r>
          <a:endParaRPr lang="en-US"/>
        </a:p>
      </dgm:t>
    </dgm:pt>
    <dgm:pt modelId="{297726C3-8B66-4B57-A7D1-E142FB4A0FE3}" type="parTrans" cxnId="{02C3CC30-2E07-42AA-ACE7-BE105912012B}">
      <dgm:prSet/>
      <dgm:spPr/>
      <dgm:t>
        <a:bodyPr/>
        <a:lstStyle/>
        <a:p>
          <a:endParaRPr lang="en-US"/>
        </a:p>
      </dgm:t>
    </dgm:pt>
    <dgm:pt modelId="{425AE08A-10CD-48D2-BF34-37888C15E1AE}" type="sibTrans" cxnId="{02C3CC30-2E07-42AA-ACE7-BE105912012B}">
      <dgm:prSet/>
      <dgm:spPr/>
      <dgm:t>
        <a:bodyPr/>
        <a:lstStyle/>
        <a:p>
          <a:endParaRPr lang="en-US"/>
        </a:p>
      </dgm:t>
    </dgm:pt>
    <dgm:pt modelId="{21B7B751-77A1-4868-868E-5F257435FB4B}">
      <dgm:prSet/>
      <dgm:spPr/>
      <dgm:t>
        <a:bodyPr/>
        <a:lstStyle/>
        <a:p>
          <a:pPr>
            <a:lnSpc>
              <a:spcPct val="100000"/>
            </a:lnSpc>
          </a:pPr>
          <a:r>
            <a:rPr lang="en-US" b="1"/>
            <a:t>Goal:</a:t>
          </a:r>
          <a:r>
            <a:rPr lang="en-US"/>
            <a:t> Determine which types of content drive the highest engagement. </a:t>
          </a:r>
        </a:p>
      </dgm:t>
    </dgm:pt>
    <dgm:pt modelId="{543E8FAE-D67F-4F04-84BD-E729144E9571}" type="parTrans" cxnId="{C73D867A-4DEE-4943-9F8C-F3E426D53BB9}">
      <dgm:prSet/>
      <dgm:spPr/>
      <dgm:t>
        <a:bodyPr/>
        <a:lstStyle/>
        <a:p>
          <a:endParaRPr lang="en-US"/>
        </a:p>
      </dgm:t>
    </dgm:pt>
    <dgm:pt modelId="{2F5C1914-E6C6-400A-96F2-247CE3182A42}" type="sibTrans" cxnId="{C73D867A-4DEE-4943-9F8C-F3E426D53BB9}">
      <dgm:prSet/>
      <dgm:spPr/>
      <dgm:t>
        <a:bodyPr/>
        <a:lstStyle/>
        <a:p>
          <a:endParaRPr lang="en-US"/>
        </a:p>
      </dgm:t>
    </dgm:pt>
    <dgm:pt modelId="{16329017-78F8-4412-9DEF-8D4838D8AC4D}">
      <dgm:prSet/>
      <dgm:spPr/>
      <dgm:t>
        <a:bodyPr/>
        <a:lstStyle/>
        <a:p>
          <a:pPr>
            <a:lnSpc>
              <a:spcPct val="100000"/>
            </a:lnSpc>
          </a:pPr>
          <a:r>
            <a:rPr lang="en-US" b="1"/>
            <a:t>Insight:</a:t>
          </a:r>
          <a:r>
            <a:rPr lang="en-US"/>
            <a:t> Analyze interaction levels with different types of marketing content to inform better content strategies.</a:t>
          </a:r>
        </a:p>
      </dgm:t>
    </dgm:pt>
    <dgm:pt modelId="{29813A40-BC84-42ED-A540-BCAA15AECD13}" type="parTrans" cxnId="{8409CF1F-C442-4549-BCFF-ED31B8625CF7}">
      <dgm:prSet/>
      <dgm:spPr/>
      <dgm:t>
        <a:bodyPr/>
        <a:lstStyle/>
        <a:p>
          <a:endParaRPr lang="en-US"/>
        </a:p>
      </dgm:t>
    </dgm:pt>
    <dgm:pt modelId="{2A3D5AC6-8B63-4398-A5C7-1A51D72FC59E}" type="sibTrans" cxnId="{8409CF1F-C442-4549-BCFF-ED31B8625CF7}">
      <dgm:prSet/>
      <dgm:spPr/>
      <dgm:t>
        <a:bodyPr/>
        <a:lstStyle/>
        <a:p>
          <a:endParaRPr lang="en-US"/>
        </a:p>
      </dgm:t>
    </dgm:pt>
    <dgm:pt modelId="{0DD1A9E0-A88A-43B0-9FE0-1559CC1537A1}">
      <dgm:prSet/>
      <dgm:spPr/>
      <dgm:t>
        <a:bodyPr/>
        <a:lstStyle/>
        <a:p>
          <a:pPr>
            <a:lnSpc>
              <a:spcPct val="100000"/>
            </a:lnSpc>
          </a:pPr>
          <a:r>
            <a:rPr lang="en-US" b="1"/>
            <a:t>Improve Customer Feedback Scores:</a:t>
          </a:r>
          <a:endParaRPr lang="en-US"/>
        </a:p>
      </dgm:t>
    </dgm:pt>
    <dgm:pt modelId="{3D6C0498-C47A-42D6-B1EC-086B0B866191}" type="parTrans" cxnId="{B39B7D49-4494-4DB1-86FC-3708DA872AFB}">
      <dgm:prSet/>
      <dgm:spPr/>
      <dgm:t>
        <a:bodyPr/>
        <a:lstStyle/>
        <a:p>
          <a:endParaRPr lang="en-US"/>
        </a:p>
      </dgm:t>
    </dgm:pt>
    <dgm:pt modelId="{315CEA1B-AE9D-4D7E-A98D-25F24FE71109}" type="sibTrans" cxnId="{B39B7D49-4494-4DB1-86FC-3708DA872AFB}">
      <dgm:prSet/>
      <dgm:spPr/>
      <dgm:t>
        <a:bodyPr/>
        <a:lstStyle/>
        <a:p>
          <a:endParaRPr lang="en-US"/>
        </a:p>
      </dgm:t>
    </dgm:pt>
    <dgm:pt modelId="{BE150C3F-BC97-4AB3-ACC8-CE3585F16C70}">
      <dgm:prSet/>
      <dgm:spPr/>
      <dgm:t>
        <a:bodyPr/>
        <a:lstStyle/>
        <a:p>
          <a:pPr>
            <a:lnSpc>
              <a:spcPct val="100000"/>
            </a:lnSpc>
          </a:pPr>
          <a:r>
            <a:rPr lang="en-US" b="1"/>
            <a:t>Goal:</a:t>
          </a:r>
          <a:r>
            <a:rPr lang="en-US"/>
            <a:t> Understand common themes in customer reviews and provide actionable insights.</a:t>
          </a:r>
        </a:p>
      </dgm:t>
    </dgm:pt>
    <dgm:pt modelId="{201A8765-D9FA-42F8-B697-63D1817E30C4}" type="parTrans" cxnId="{3825E108-6B11-4248-B4BC-F2CAB261150A}">
      <dgm:prSet/>
      <dgm:spPr/>
      <dgm:t>
        <a:bodyPr/>
        <a:lstStyle/>
        <a:p>
          <a:endParaRPr lang="en-US"/>
        </a:p>
      </dgm:t>
    </dgm:pt>
    <dgm:pt modelId="{261B8054-B88C-4DA5-93D8-A31AB4F6C6B5}" type="sibTrans" cxnId="{3825E108-6B11-4248-B4BC-F2CAB261150A}">
      <dgm:prSet/>
      <dgm:spPr/>
      <dgm:t>
        <a:bodyPr/>
        <a:lstStyle/>
        <a:p>
          <a:endParaRPr lang="en-US"/>
        </a:p>
      </dgm:t>
    </dgm:pt>
    <dgm:pt modelId="{0DDF5EB7-C9A1-41CC-AA5B-0E9C4EFB5BDF}">
      <dgm:prSet/>
      <dgm:spPr/>
      <dgm:t>
        <a:bodyPr/>
        <a:lstStyle/>
        <a:p>
          <a:pPr>
            <a:lnSpc>
              <a:spcPct val="100000"/>
            </a:lnSpc>
          </a:pPr>
          <a:r>
            <a:rPr lang="en-US" b="1"/>
            <a:t>Insight:</a:t>
          </a:r>
          <a:r>
            <a:rPr lang="en-US"/>
            <a:t> Identify recurring positive and negative feedback to guide product and service improvements.</a:t>
          </a:r>
        </a:p>
      </dgm:t>
    </dgm:pt>
    <dgm:pt modelId="{705FB888-4D19-448F-B498-BFDE33241FCF}" type="parTrans" cxnId="{5021F8C5-0A9C-487A-B42C-EF6EA1F75639}">
      <dgm:prSet/>
      <dgm:spPr/>
      <dgm:t>
        <a:bodyPr/>
        <a:lstStyle/>
        <a:p>
          <a:endParaRPr lang="en-US"/>
        </a:p>
      </dgm:t>
    </dgm:pt>
    <dgm:pt modelId="{7B57A6AC-175E-4B9D-96A0-1A445535F1E0}" type="sibTrans" cxnId="{5021F8C5-0A9C-487A-B42C-EF6EA1F75639}">
      <dgm:prSet/>
      <dgm:spPr/>
      <dgm:t>
        <a:bodyPr/>
        <a:lstStyle/>
        <a:p>
          <a:endParaRPr lang="en-US"/>
        </a:p>
      </dgm:t>
    </dgm:pt>
    <dgm:pt modelId="{4A404609-7A2C-4C83-93DE-DF6F2DFC8B18}" type="pres">
      <dgm:prSet presAssocID="{E9954314-2EA7-48EE-8EDA-B02A1E09DFFC}" presName="root" presStyleCnt="0">
        <dgm:presLayoutVars>
          <dgm:dir/>
          <dgm:resizeHandles val="exact"/>
        </dgm:presLayoutVars>
      </dgm:prSet>
      <dgm:spPr/>
    </dgm:pt>
    <dgm:pt modelId="{CC6FE8B3-1857-42C5-B7BA-ACEF983A9B7C}" type="pres">
      <dgm:prSet presAssocID="{841AF1F4-CBF4-4598-BF4F-D13E029C38A2}" presName="compNode" presStyleCnt="0"/>
      <dgm:spPr/>
    </dgm:pt>
    <dgm:pt modelId="{E4EBB4A7-D048-464D-96A3-E113817392DC}" type="pres">
      <dgm:prSet presAssocID="{841AF1F4-CBF4-4598-BF4F-D13E029C38A2}" presName="bgRect" presStyleLbl="bgShp" presStyleIdx="0" presStyleCnt="3"/>
      <dgm:spPr/>
    </dgm:pt>
    <dgm:pt modelId="{FB8FB02A-43D5-4218-B13D-5FAFD57A0919}" type="pres">
      <dgm:prSet presAssocID="{841AF1F4-CBF4-4598-BF4F-D13E029C38A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726BBAA8-9988-411C-9296-382D9EF12435}" type="pres">
      <dgm:prSet presAssocID="{841AF1F4-CBF4-4598-BF4F-D13E029C38A2}" presName="spaceRect" presStyleCnt="0"/>
      <dgm:spPr/>
    </dgm:pt>
    <dgm:pt modelId="{5BF3FEE7-9A73-4912-B95D-12C8C8B1DC78}" type="pres">
      <dgm:prSet presAssocID="{841AF1F4-CBF4-4598-BF4F-D13E029C38A2}" presName="parTx" presStyleLbl="revTx" presStyleIdx="0" presStyleCnt="6">
        <dgm:presLayoutVars>
          <dgm:chMax val="0"/>
          <dgm:chPref val="0"/>
        </dgm:presLayoutVars>
      </dgm:prSet>
      <dgm:spPr/>
    </dgm:pt>
    <dgm:pt modelId="{71B62802-AE07-4491-9BEF-349051CF6454}" type="pres">
      <dgm:prSet presAssocID="{841AF1F4-CBF4-4598-BF4F-D13E029C38A2}" presName="desTx" presStyleLbl="revTx" presStyleIdx="1" presStyleCnt="6">
        <dgm:presLayoutVars/>
      </dgm:prSet>
      <dgm:spPr/>
    </dgm:pt>
    <dgm:pt modelId="{FF91E911-8DC0-4D55-963A-9A7A3ED86937}" type="pres">
      <dgm:prSet presAssocID="{D0720E21-4F65-438D-91A1-947DF8A7417F}" presName="sibTrans" presStyleCnt="0"/>
      <dgm:spPr/>
    </dgm:pt>
    <dgm:pt modelId="{E259F324-DDB4-4818-8B92-6F4A08975606}" type="pres">
      <dgm:prSet presAssocID="{34CB765B-3B7D-4F5C-8625-0511C272D82C}" presName="compNode" presStyleCnt="0"/>
      <dgm:spPr/>
    </dgm:pt>
    <dgm:pt modelId="{8A27D474-220E-4B82-BAB5-A2CE195652FA}" type="pres">
      <dgm:prSet presAssocID="{34CB765B-3B7D-4F5C-8625-0511C272D82C}" presName="bgRect" presStyleLbl="bgShp" presStyleIdx="1" presStyleCnt="3"/>
      <dgm:spPr/>
    </dgm:pt>
    <dgm:pt modelId="{30568831-A91A-4063-9BCF-C2B64C4ABA59}" type="pres">
      <dgm:prSet presAssocID="{34CB765B-3B7D-4F5C-8625-0511C272D82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gaphone"/>
        </a:ext>
      </dgm:extLst>
    </dgm:pt>
    <dgm:pt modelId="{AD19F77D-8499-49B1-AEB3-4CFA3E83B086}" type="pres">
      <dgm:prSet presAssocID="{34CB765B-3B7D-4F5C-8625-0511C272D82C}" presName="spaceRect" presStyleCnt="0"/>
      <dgm:spPr/>
    </dgm:pt>
    <dgm:pt modelId="{8F8E27C5-A3F7-4522-8B53-D2891744044A}" type="pres">
      <dgm:prSet presAssocID="{34CB765B-3B7D-4F5C-8625-0511C272D82C}" presName="parTx" presStyleLbl="revTx" presStyleIdx="2" presStyleCnt="6">
        <dgm:presLayoutVars>
          <dgm:chMax val="0"/>
          <dgm:chPref val="0"/>
        </dgm:presLayoutVars>
      </dgm:prSet>
      <dgm:spPr/>
    </dgm:pt>
    <dgm:pt modelId="{C4FA5847-546D-4CE7-A496-419594396312}" type="pres">
      <dgm:prSet presAssocID="{34CB765B-3B7D-4F5C-8625-0511C272D82C}" presName="desTx" presStyleLbl="revTx" presStyleIdx="3" presStyleCnt="6">
        <dgm:presLayoutVars/>
      </dgm:prSet>
      <dgm:spPr/>
    </dgm:pt>
    <dgm:pt modelId="{3E1D9A63-19A9-4CBF-BEFA-DC7F46267442}" type="pres">
      <dgm:prSet presAssocID="{425AE08A-10CD-48D2-BF34-37888C15E1AE}" presName="sibTrans" presStyleCnt="0"/>
      <dgm:spPr/>
    </dgm:pt>
    <dgm:pt modelId="{63EAA206-E25D-4DF5-9180-7372A0EF0CF0}" type="pres">
      <dgm:prSet presAssocID="{0DD1A9E0-A88A-43B0-9FE0-1559CC1537A1}" presName="compNode" presStyleCnt="0"/>
      <dgm:spPr/>
    </dgm:pt>
    <dgm:pt modelId="{27D3FA93-98F6-4E29-BF55-628459AEA2D6}" type="pres">
      <dgm:prSet presAssocID="{0DD1A9E0-A88A-43B0-9FE0-1559CC1537A1}" presName="bgRect" presStyleLbl="bgShp" presStyleIdx="2" presStyleCnt="3"/>
      <dgm:spPr/>
    </dgm:pt>
    <dgm:pt modelId="{69474DAB-B6F7-47AE-8B6C-B953ACD6F012}" type="pres">
      <dgm:prSet presAssocID="{0DD1A9E0-A88A-43B0-9FE0-1559CC1537A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utral Face with No Fill"/>
        </a:ext>
      </dgm:extLst>
    </dgm:pt>
    <dgm:pt modelId="{0A2C9E5D-3867-4CBF-B734-786A2416B4C5}" type="pres">
      <dgm:prSet presAssocID="{0DD1A9E0-A88A-43B0-9FE0-1559CC1537A1}" presName="spaceRect" presStyleCnt="0"/>
      <dgm:spPr/>
    </dgm:pt>
    <dgm:pt modelId="{B9D7BE83-2C7C-4956-B67B-E97A35327323}" type="pres">
      <dgm:prSet presAssocID="{0DD1A9E0-A88A-43B0-9FE0-1559CC1537A1}" presName="parTx" presStyleLbl="revTx" presStyleIdx="4" presStyleCnt="6">
        <dgm:presLayoutVars>
          <dgm:chMax val="0"/>
          <dgm:chPref val="0"/>
        </dgm:presLayoutVars>
      </dgm:prSet>
      <dgm:spPr/>
    </dgm:pt>
    <dgm:pt modelId="{BE28E78D-C168-4556-9759-5AD5ECA7CDA0}" type="pres">
      <dgm:prSet presAssocID="{0DD1A9E0-A88A-43B0-9FE0-1559CC1537A1}" presName="desTx" presStyleLbl="revTx" presStyleIdx="5" presStyleCnt="6">
        <dgm:presLayoutVars/>
      </dgm:prSet>
      <dgm:spPr/>
    </dgm:pt>
  </dgm:ptLst>
  <dgm:cxnLst>
    <dgm:cxn modelId="{CC9B7A01-2808-47CA-9324-F45D5DD0A582}" type="presOf" srcId="{841AF1F4-CBF4-4598-BF4F-D13E029C38A2}" destId="{5BF3FEE7-9A73-4912-B95D-12C8C8B1DC78}" srcOrd="0" destOrd="0" presId="urn:microsoft.com/office/officeart/2018/2/layout/IconVerticalSolidList"/>
    <dgm:cxn modelId="{3825E108-6B11-4248-B4BC-F2CAB261150A}" srcId="{0DD1A9E0-A88A-43B0-9FE0-1559CC1537A1}" destId="{BE150C3F-BC97-4AB3-ACC8-CE3585F16C70}" srcOrd="0" destOrd="0" parTransId="{201A8765-D9FA-42F8-B697-63D1817E30C4}" sibTransId="{261B8054-B88C-4DA5-93D8-A31AB4F6C6B5}"/>
    <dgm:cxn modelId="{CB8D9A0C-5CB2-4836-A410-696861A80196}" type="presOf" srcId="{0DD1A9E0-A88A-43B0-9FE0-1559CC1537A1}" destId="{B9D7BE83-2C7C-4956-B67B-E97A35327323}" srcOrd="0" destOrd="0" presId="urn:microsoft.com/office/officeart/2018/2/layout/IconVerticalSolidList"/>
    <dgm:cxn modelId="{0237140E-A3B3-4CEC-B78C-3B64E14745FF}" type="presOf" srcId="{E9954314-2EA7-48EE-8EDA-B02A1E09DFFC}" destId="{4A404609-7A2C-4C83-93DE-DF6F2DFC8B18}" srcOrd="0" destOrd="0" presId="urn:microsoft.com/office/officeart/2018/2/layout/IconVerticalSolidList"/>
    <dgm:cxn modelId="{8409CF1F-C442-4549-BCFF-ED31B8625CF7}" srcId="{34CB765B-3B7D-4F5C-8625-0511C272D82C}" destId="{16329017-78F8-4412-9DEF-8D4838D8AC4D}" srcOrd="1" destOrd="0" parTransId="{29813A40-BC84-42ED-A540-BCAA15AECD13}" sibTransId="{2A3D5AC6-8B63-4398-A5C7-1A51D72FC59E}"/>
    <dgm:cxn modelId="{02C3CC30-2E07-42AA-ACE7-BE105912012B}" srcId="{E9954314-2EA7-48EE-8EDA-B02A1E09DFFC}" destId="{34CB765B-3B7D-4F5C-8625-0511C272D82C}" srcOrd="1" destOrd="0" parTransId="{297726C3-8B66-4B57-A7D1-E142FB4A0FE3}" sibTransId="{425AE08A-10CD-48D2-BF34-37888C15E1AE}"/>
    <dgm:cxn modelId="{07D28F3A-AADF-4C68-BBAE-B641DD766403}" type="presOf" srcId="{34CB765B-3B7D-4F5C-8625-0511C272D82C}" destId="{8F8E27C5-A3F7-4522-8B53-D2891744044A}" srcOrd="0" destOrd="0" presId="urn:microsoft.com/office/officeart/2018/2/layout/IconVerticalSolidList"/>
    <dgm:cxn modelId="{2EE4EA5D-E597-4F1C-AC6C-33BA22A743F2}" type="presOf" srcId="{D6338DFC-7B36-4B92-8086-E781FEAB3F1D}" destId="{71B62802-AE07-4491-9BEF-349051CF6454}" srcOrd="0" destOrd="0" presId="urn:microsoft.com/office/officeart/2018/2/layout/IconVerticalSolidList"/>
    <dgm:cxn modelId="{FC4B7846-ADE4-4B2B-94B4-7196195F9638}" type="presOf" srcId="{CF48E644-B1D6-462B-A023-0B504750AD7B}" destId="{71B62802-AE07-4491-9BEF-349051CF6454}" srcOrd="0" destOrd="1" presId="urn:microsoft.com/office/officeart/2018/2/layout/IconVerticalSolidList"/>
    <dgm:cxn modelId="{B39B7D49-4494-4DB1-86FC-3708DA872AFB}" srcId="{E9954314-2EA7-48EE-8EDA-B02A1E09DFFC}" destId="{0DD1A9E0-A88A-43B0-9FE0-1559CC1537A1}" srcOrd="2" destOrd="0" parTransId="{3D6C0498-C47A-42D6-B1EC-086B0B866191}" sibTransId="{315CEA1B-AE9D-4D7E-A98D-25F24FE71109}"/>
    <dgm:cxn modelId="{32191478-ACC6-4E34-9C5F-B3B7CBF5A698}" type="presOf" srcId="{21B7B751-77A1-4868-868E-5F257435FB4B}" destId="{C4FA5847-546D-4CE7-A496-419594396312}" srcOrd="0" destOrd="0" presId="urn:microsoft.com/office/officeart/2018/2/layout/IconVerticalSolidList"/>
    <dgm:cxn modelId="{C9C45559-89AF-4774-B42B-806DEC9353F6}" type="presOf" srcId="{BE150C3F-BC97-4AB3-ACC8-CE3585F16C70}" destId="{BE28E78D-C168-4556-9759-5AD5ECA7CDA0}" srcOrd="0" destOrd="0" presId="urn:microsoft.com/office/officeart/2018/2/layout/IconVerticalSolidList"/>
    <dgm:cxn modelId="{C73D867A-4DEE-4943-9F8C-F3E426D53BB9}" srcId="{34CB765B-3B7D-4F5C-8625-0511C272D82C}" destId="{21B7B751-77A1-4868-868E-5F257435FB4B}" srcOrd="0" destOrd="0" parTransId="{543E8FAE-D67F-4F04-84BD-E729144E9571}" sibTransId="{2F5C1914-E6C6-400A-96F2-247CE3182A42}"/>
    <dgm:cxn modelId="{9D7CD27B-4CCE-4C92-BCA2-53289269531D}" srcId="{E9954314-2EA7-48EE-8EDA-B02A1E09DFFC}" destId="{841AF1F4-CBF4-4598-BF4F-D13E029C38A2}" srcOrd="0" destOrd="0" parTransId="{901AB328-C3C4-4230-99D3-C5A0EAC0327A}" sibTransId="{D0720E21-4F65-438D-91A1-947DF8A7417F}"/>
    <dgm:cxn modelId="{28638881-9E59-4CB9-BE89-E211DB042DCE}" type="presOf" srcId="{16329017-78F8-4412-9DEF-8D4838D8AC4D}" destId="{C4FA5847-546D-4CE7-A496-419594396312}" srcOrd="0" destOrd="1" presId="urn:microsoft.com/office/officeart/2018/2/layout/IconVerticalSolidList"/>
    <dgm:cxn modelId="{021FB8A6-6260-45F1-8650-1D932F182400}" srcId="{841AF1F4-CBF4-4598-BF4F-D13E029C38A2}" destId="{D6338DFC-7B36-4B92-8086-E781FEAB3F1D}" srcOrd="0" destOrd="0" parTransId="{B1A4F037-6B45-4520-9371-CCC53A31BE9C}" sibTransId="{306E200F-7007-4FA6-88C1-3B6EE6ACBEA9}"/>
    <dgm:cxn modelId="{2193FBA9-D3FE-44B0-A864-2F7E16B1AE30}" type="presOf" srcId="{0DDF5EB7-C9A1-41CC-AA5B-0E9C4EFB5BDF}" destId="{BE28E78D-C168-4556-9759-5AD5ECA7CDA0}" srcOrd="0" destOrd="1" presId="urn:microsoft.com/office/officeart/2018/2/layout/IconVerticalSolidList"/>
    <dgm:cxn modelId="{7A6870C4-D485-4A27-8A19-13AD3D39A694}" srcId="{841AF1F4-CBF4-4598-BF4F-D13E029C38A2}" destId="{CF48E644-B1D6-462B-A023-0B504750AD7B}" srcOrd="1" destOrd="0" parTransId="{F429662C-01C3-4600-8A0C-0F33D3328A97}" sibTransId="{1C8382A7-AA5C-4CFC-B704-FFF8EF15A6D5}"/>
    <dgm:cxn modelId="{5021F8C5-0A9C-487A-B42C-EF6EA1F75639}" srcId="{0DD1A9E0-A88A-43B0-9FE0-1559CC1537A1}" destId="{0DDF5EB7-C9A1-41CC-AA5B-0E9C4EFB5BDF}" srcOrd="1" destOrd="0" parTransId="{705FB888-4D19-448F-B498-BFDE33241FCF}" sibTransId="{7B57A6AC-175E-4B9D-96A0-1A445535F1E0}"/>
    <dgm:cxn modelId="{C2CF436F-79FA-419C-BD5A-C07B066CAA54}" type="presParOf" srcId="{4A404609-7A2C-4C83-93DE-DF6F2DFC8B18}" destId="{CC6FE8B3-1857-42C5-B7BA-ACEF983A9B7C}" srcOrd="0" destOrd="0" presId="urn:microsoft.com/office/officeart/2018/2/layout/IconVerticalSolidList"/>
    <dgm:cxn modelId="{26BDB154-BFEB-4DA0-83A4-B0CD8D09831D}" type="presParOf" srcId="{CC6FE8B3-1857-42C5-B7BA-ACEF983A9B7C}" destId="{E4EBB4A7-D048-464D-96A3-E113817392DC}" srcOrd="0" destOrd="0" presId="urn:microsoft.com/office/officeart/2018/2/layout/IconVerticalSolidList"/>
    <dgm:cxn modelId="{12ED211C-921C-42B7-83BD-309D6AAAA597}" type="presParOf" srcId="{CC6FE8B3-1857-42C5-B7BA-ACEF983A9B7C}" destId="{FB8FB02A-43D5-4218-B13D-5FAFD57A0919}" srcOrd="1" destOrd="0" presId="urn:microsoft.com/office/officeart/2018/2/layout/IconVerticalSolidList"/>
    <dgm:cxn modelId="{317FB8BB-4B1D-4025-B29E-71565D74436D}" type="presParOf" srcId="{CC6FE8B3-1857-42C5-B7BA-ACEF983A9B7C}" destId="{726BBAA8-9988-411C-9296-382D9EF12435}" srcOrd="2" destOrd="0" presId="urn:microsoft.com/office/officeart/2018/2/layout/IconVerticalSolidList"/>
    <dgm:cxn modelId="{0584470B-6C1D-4C86-AC30-A8692D564F13}" type="presParOf" srcId="{CC6FE8B3-1857-42C5-B7BA-ACEF983A9B7C}" destId="{5BF3FEE7-9A73-4912-B95D-12C8C8B1DC78}" srcOrd="3" destOrd="0" presId="urn:microsoft.com/office/officeart/2018/2/layout/IconVerticalSolidList"/>
    <dgm:cxn modelId="{9C21F470-55E3-440E-9009-CAE8479B85EC}" type="presParOf" srcId="{CC6FE8B3-1857-42C5-B7BA-ACEF983A9B7C}" destId="{71B62802-AE07-4491-9BEF-349051CF6454}" srcOrd="4" destOrd="0" presId="urn:microsoft.com/office/officeart/2018/2/layout/IconVerticalSolidList"/>
    <dgm:cxn modelId="{D1CC1A6A-EB96-463C-A5D9-101FCEE52A29}" type="presParOf" srcId="{4A404609-7A2C-4C83-93DE-DF6F2DFC8B18}" destId="{FF91E911-8DC0-4D55-963A-9A7A3ED86937}" srcOrd="1" destOrd="0" presId="urn:microsoft.com/office/officeart/2018/2/layout/IconVerticalSolidList"/>
    <dgm:cxn modelId="{8425559A-056F-43E0-B628-4BCD8E5599E6}" type="presParOf" srcId="{4A404609-7A2C-4C83-93DE-DF6F2DFC8B18}" destId="{E259F324-DDB4-4818-8B92-6F4A08975606}" srcOrd="2" destOrd="0" presId="urn:microsoft.com/office/officeart/2018/2/layout/IconVerticalSolidList"/>
    <dgm:cxn modelId="{DEADDA9D-4D90-4198-91A4-D0D8FAB28088}" type="presParOf" srcId="{E259F324-DDB4-4818-8B92-6F4A08975606}" destId="{8A27D474-220E-4B82-BAB5-A2CE195652FA}" srcOrd="0" destOrd="0" presId="urn:microsoft.com/office/officeart/2018/2/layout/IconVerticalSolidList"/>
    <dgm:cxn modelId="{068F2ECA-70F5-4381-92E6-7D629721149C}" type="presParOf" srcId="{E259F324-DDB4-4818-8B92-6F4A08975606}" destId="{30568831-A91A-4063-9BCF-C2B64C4ABA59}" srcOrd="1" destOrd="0" presId="urn:microsoft.com/office/officeart/2018/2/layout/IconVerticalSolidList"/>
    <dgm:cxn modelId="{B661AEED-741C-4658-93A7-E47F1E66EA82}" type="presParOf" srcId="{E259F324-DDB4-4818-8B92-6F4A08975606}" destId="{AD19F77D-8499-49B1-AEB3-4CFA3E83B086}" srcOrd="2" destOrd="0" presId="urn:microsoft.com/office/officeart/2018/2/layout/IconVerticalSolidList"/>
    <dgm:cxn modelId="{FE9C6C7B-8625-4540-9C93-A7FDF8F98586}" type="presParOf" srcId="{E259F324-DDB4-4818-8B92-6F4A08975606}" destId="{8F8E27C5-A3F7-4522-8B53-D2891744044A}" srcOrd="3" destOrd="0" presId="urn:microsoft.com/office/officeart/2018/2/layout/IconVerticalSolidList"/>
    <dgm:cxn modelId="{1A16A281-0E5D-48ED-A57A-3B7EA69B2E0E}" type="presParOf" srcId="{E259F324-DDB4-4818-8B92-6F4A08975606}" destId="{C4FA5847-546D-4CE7-A496-419594396312}" srcOrd="4" destOrd="0" presId="urn:microsoft.com/office/officeart/2018/2/layout/IconVerticalSolidList"/>
    <dgm:cxn modelId="{F1C5AF70-36A4-42FB-A0EB-3E1821A2DA23}" type="presParOf" srcId="{4A404609-7A2C-4C83-93DE-DF6F2DFC8B18}" destId="{3E1D9A63-19A9-4CBF-BEFA-DC7F46267442}" srcOrd="3" destOrd="0" presId="urn:microsoft.com/office/officeart/2018/2/layout/IconVerticalSolidList"/>
    <dgm:cxn modelId="{36E46922-5114-4607-ADFD-F4818E06293D}" type="presParOf" srcId="{4A404609-7A2C-4C83-93DE-DF6F2DFC8B18}" destId="{63EAA206-E25D-4DF5-9180-7372A0EF0CF0}" srcOrd="4" destOrd="0" presId="urn:microsoft.com/office/officeart/2018/2/layout/IconVerticalSolidList"/>
    <dgm:cxn modelId="{04128A0C-7ED7-4AE0-953F-30726BCC629B}" type="presParOf" srcId="{63EAA206-E25D-4DF5-9180-7372A0EF0CF0}" destId="{27D3FA93-98F6-4E29-BF55-628459AEA2D6}" srcOrd="0" destOrd="0" presId="urn:microsoft.com/office/officeart/2018/2/layout/IconVerticalSolidList"/>
    <dgm:cxn modelId="{E3CF9EEB-9E05-4829-B6D3-9A0064883BC6}" type="presParOf" srcId="{63EAA206-E25D-4DF5-9180-7372A0EF0CF0}" destId="{69474DAB-B6F7-47AE-8B6C-B953ACD6F012}" srcOrd="1" destOrd="0" presId="urn:microsoft.com/office/officeart/2018/2/layout/IconVerticalSolidList"/>
    <dgm:cxn modelId="{C132672E-DB6E-43E8-B492-DF965445DC2E}" type="presParOf" srcId="{63EAA206-E25D-4DF5-9180-7372A0EF0CF0}" destId="{0A2C9E5D-3867-4CBF-B734-786A2416B4C5}" srcOrd="2" destOrd="0" presId="urn:microsoft.com/office/officeart/2018/2/layout/IconVerticalSolidList"/>
    <dgm:cxn modelId="{E94A5E66-2362-4FE0-91A5-8084D94083AE}" type="presParOf" srcId="{63EAA206-E25D-4DF5-9180-7372A0EF0CF0}" destId="{B9D7BE83-2C7C-4956-B67B-E97A35327323}" srcOrd="3" destOrd="0" presId="urn:microsoft.com/office/officeart/2018/2/layout/IconVerticalSolidList"/>
    <dgm:cxn modelId="{85B85B8D-9039-4602-9237-3361095D8B7A}" type="presParOf" srcId="{63EAA206-E25D-4DF5-9180-7372A0EF0CF0}" destId="{BE28E78D-C168-4556-9759-5AD5ECA7CDA0}"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B9DF6EE-65F0-40CD-B517-49311F3005D4}"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19D41E42-8595-4CE1-A12D-87B5FC52DFAA}">
      <dgm:prSet/>
      <dgm:spPr/>
      <dgm:t>
        <a:bodyPr/>
        <a:lstStyle/>
        <a:p>
          <a:pPr>
            <a:defRPr b="1"/>
          </a:pPr>
          <a:r>
            <a:rPr lang="nb-NO" b="1"/>
            <a:t>Increase Conversion Rates:</a:t>
          </a:r>
          <a:endParaRPr lang="en-US"/>
        </a:p>
      </dgm:t>
    </dgm:pt>
    <dgm:pt modelId="{E51B4FE6-953B-4577-9EBF-20D818E16363}" type="parTrans" cxnId="{1C2E9940-E966-40CF-A7F0-8A311E9FFF45}">
      <dgm:prSet/>
      <dgm:spPr/>
      <dgm:t>
        <a:bodyPr/>
        <a:lstStyle/>
        <a:p>
          <a:endParaRPr lang="en-US"/>
        </a:p>
      </dgm:t>
    </dgm:pt>
    <dgm:pt modelId="{F5BCC686-F09A-4AC1-9A6F-BC2D5770C107}" type="sibTrans" cxnId="{1C2E9940-E966-40CF-A7F0-8A311E9FFF45}">
      <dgm:prSet phldrT="1"/>
      <dgm:spPr/>
      <dgm:t>
        <a:bodyPr/>
        <a:lstStyle/>
        <a:p>
          <a:r>
            <a:rPr lang="en-US"/>
            <a:t>1</a:t>
          </a:r>
        </a:p>
      </dgm:t>
    </dgm:pt>
    <dgm:pt modelId="{2019C3FC-AD2C-4DCF-AE1E-6FB771B45843}">
      <dgm:prSet/>
      <dgm:spPr/>
      <dgm:t>
        <a:bodyPr/>
        <a:lstStyle/>
        <a:p>
          <a:r>
            <a:rPr lang="en-US" u="sng"/>
            <a:t>Target High-Performing Product Categories</a:t>
          </a:r>
          <a:r>
            <a:rPr lang="en-US"/>
            <a:t>: Focus marketing efforts on products with demonstrated high conversion rates, such as Kayaks, Ski Boots, and Baseball Gloves. Implement seasonal promotions or personalized campaigns during peak months (e.g., January and September) to capitalize on these trends.</a:t>
          </a:r>
        </a:p>
      </dgm:t>
    </dgm:pt>
    <dgm:pt modelId="{54207FD8-E964-4C02-A423-1E7B2D9E559A}" type="parTrans" cxnId="{FFAAE2AA-C45C-42FB-BEE7-084644CA2484}">
      <dgm:prSet/>
      <dgm:spPr/>
      <dgm:t>
        <a:bodyPr/>
        <a:lstStyle/>
        <a:p>
          <a:endParaRPr lang="en-US"/>
        </a:p>
      </dgm:t>
    </dgm:pt>
    <dgm:pt modelId="{9ECE3607-B784-4C69-9787-46162B697D64}" type="sibTrans" cxnId="{FFAAE2AA-C45C-42FB-BEE7-084644CA2484}">
      <dgm:prSet/>
      <dgm:spPr/>
      <dgm:t>
        <a:bodyPr/>
        <a:lstStyle/>
        <a:p>
          <a:endParaRPr lang="en-US"/>
        </a:p>
      </dgm:t>
    </dgm:pt>
    <dgm:pt modelId="{AC8FC3A2-3729-4B6C-8815-20BF1499BF57}">
      <dgm:prSet/>
      <dgm:spPr/>
      <dgm:t>
        <a:bodyPr/>
        <a:lstStyle/>
        <a:p>
          <a:pPr>
            <a:defRPr b="1"/>
          </a:pPr>
          <a:r>
            <a:rPr lang="nb-NO" b="1"/>
            <a:t>Enhance Customer Engagement:</a:t>
          </a:r>
          <a:endParaRPr lang="en-US"/>
        </a:p>
      </dgm:t>
    </dgm:pt>
    <dgm:pt modelId="{C0EE58A1-15C1-4288-8AB6-ADC2856DBA6D}" type="parTrans" cxnId="{276FEFB0-634A-44E3-AC8E-D57F1E932755}">
      <dgm:prSet/>
      <dgm:spPr/>
      <dgm:t>
        <a:bodyPr/>
        <a:lstStyle/>
        <a:p>
          <a:endParaRPr lang="en-US"/>
        </a:p>
      </dgm:t>
    </dgm:pt>
    <dgm:pt modelId="{F5277E2C-535F-4A48-B5D5-4D15AD18EF7B}" type="sibTrans" cxnId="{276FEFB0-634A-44E3-AC8E-D57F1E932755}">
      <dgm:prSet phldrT="2"/>
      <dgm:spPr/>
      <dgm:t>
        <a:bodyPr/>
        <a:lstStyle/>
        <a:p>
          <a:r>
            <a:rPr lang="en-US"/>
            <a:t>2</a:t>
          </a:r>
        </a:p>
      </dgm:t>
    </dgm:pt>
    <dgm:pt modelId="{9B3469EF-A30E-47C6-A2D6-673B8D49602E}">
      <dgm:prSet/>
      <dgm:spPr/>
      <dgm:t>
        <a:bodyPr/>
        <a:lstStyle/>
        <a:p>
          <a:r>
            <a:rPr lang="en-US" u="sng"/>
            <a:t>Revitalize Content Strategy</a:t>
          </a:r>
          <a:r>
            <a:rPr lang="en-US"/>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dgm:t>
    </dgm:pt>
    <dgm:pt modelId="{B0897E24-FD13-4597-9DBD-4F265C79006D}" type="parTrans" cxnId="{F0E9F2D5-8AA2-4D4A-8C2B-0FACBED012CA}">
      <dgm:prSet/>
      <dgm:spPr/>
      <dgm:t>
        <a:bodyPr/>
        <a:lstStyle/>
        <a:p>
          <a:endParaRPr lang="en-US"/>
        </a:p>
      </dgm:t>
    </dgm:pt>
    <dgm:pt modelId="{7806E5F8-6890-44E6-8716-F6EEF0B1D484}" type="sibTrans" cxnId="{F0E9F2D5-8AA2-4D4A-8C2B-0FACBED012CA}">
      <dgm:prSet/>
      <dgm:spPr/>
      <dgm:t>
        <a:bodyPr/>
        <a:lstStyle/>
        <a:p>
          <a:endParaRPr lang="en-US"/>
        </a:p>
      </dgm:t>
    </dgm:pt>
    <dgm:pt modelId="{526D0DDC-0DBB-43DE-ADD0-02D2A72C3F7A}">
      <dgm:prSet/>
      <dgm:spPr/>
      <dgm:t>
        <a:bodyPr/>
        <a:lstStyle/>
        <a:p>
          <a:pPr>
            <a:defRPr b="1"/>
          </a:pPr>
          <a:r>
            <a:rPr lang="nb-NO" b="1"/>
            <a:t>Improve Customer Feedback Scores:</a:t>
          </a:r>
          <a:endParaRPr lang="en-US"/>
        </a:p>
      </dgm:t>
    </dgm:pt>
    <dgm:pt modelId="{1EE9BD3C-649A-45A8-8D97-E3CE58D2ACC0}" type="parTrans" cxnId="{D174FEFF-A0E7-4ADE-A564-C34149C78D55}">
      <dgm:prSet/>
      <dgm:spPr/>
      <dgm:t>
        <a:bodyPr/>
        <a:lstStyle/>
        <a:p>
          <a:endParaRPr lang="en-US"/>
        </a:p>
      </dgm:t>
    </dgm:pt>
    <dgm:pt modelId="{9095DDBA-9EFA-42B0-9045-4431E73A4E25}" type="sibTrans" cxnId="{D174FEFF-A0E7-4ADE-A564-C34149C78D55}">
      <dgm:prSet phldrT="3"/>
      <dgm:spPr/>
      <dgm:t>
        <a:bodyPr/>
        <a:lstStyle/>
        <a:p>
          <a:endParaRPr lang="en-US"/>
        </a:p>
      </dgm:t>
    </dgm:pt>
    <dgm:pt modelId="{0F295395-693E-4754-B7EF-4BACF0222CDF}">
      <dgm:prSet/>
      <dgm:spPr/>
      <dgm:t>
        <a:bodyPr/>
        <a:lstStyle/>
        <a:p>
          <a:r>
            <a:rPr lang="en-US" u="sng"/>
            <a:t>Address Mixed and Negative Feedback: </a:t>
          </a:r>
          <a:r>
            <a:rPr lang="en-US"/>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p>
      </dgm:t>
    </dgm:pt>
    <dgm:pt modelId="{B6C3E7C9-4E4B-48BD-B514-36A1F8A8F481}" type="parTrans" cxnId="{E01CB573-D18A-4CBE-AE6B-BF590EF332B6}">
      <dgm:prSet/>
      <dgm:spPr/>
      <dgm:t>
        <a:bodyPr/>
        <a:lstStyle/>
        <a:p>
          <a:endParaRPr lang="en-US"/>
        </a:p>
      </dgm:t>
    </dgm:pt>
    <dgm:pt modelId="{E5AFB063-7783-4831-9DFE-B33FC7D304CF}" type="sibTrans" cxnId="{E01CB573-D18A-4CBE-AE6B-BF590EF332B6}">
      <dgm:prSet/>
      <dgm:spPr/>
      <dgm:t>
        <a:bodyPr/>
        <a:lstStyle/>
        <a:p>
          <a:endParaRPr lang="en-US"/>
        </a:p>
      </dgm:t>
    </dgm:pt>
    <dgm:pt modelId="{BE556F4F-38D4-4147-8012-3CF20B8CFA66}" type="pres">
      <dgm:prSet presAssocID="{EB9DF6EE-65F0-40CD-B517-49311F3005D4}" presName="Name0" presStyleCnt="0">
        <dgm:presLayoutVars>
          <dgm:dir/>
          <dgm:resizeHandles val="exact"/>
        </dgm:presLayoutVars>
      </dgm:prSet>
      <dgm:spPr/>
    </dgm:pt>
    <dgm:pt modelId="{AFDA292B-8324-422C-85CF-3883D920B9D4}" type="pres">
      <dgm:prSet presAssocID="{19D41E42-8595-4CE1-A12D-87B5FC52DFAA}" presName="node" presStyleLbl="node1" presStyleIdx="0" presStyleCnt="3">
        <dgm:presLayoutVars>
          <dgm:bulletEnabled val="1"/>
        </dgm:presLayoutVars>
      </dgm:prSet>
      <dgm:spPr/>
    </dgm:pt>
    <dgm:pt modelId="{87A67047-C238-4B16-A726-B5EE9C4FE31C}" type="pres">
      <dgm:prSet presAssocID="{F5BCC686-F09A-4AC1-9A6F-BC2D5770C107}" presName="sibTrans" presStyleLbl="sibTrans1D1" presStyleIdx="0" presStyleCnt="2"/>
      <dgm:spPr/>
    </dgm:pt>
    <dgm:pt modelId="{B5D6768B-35DF-4FD6-805A-DDBF74535D6D}" type="pres">
      <dgm:prSet presAssocID="{F5BCC686-F09A-4AC1-9A6F-BC2D5770C107}" presName="connectorText" presStyleLbl="sibTrans1D1" presStyleIdx="0" presStyleCnt="2"/>
      <dgm:spPr/>
    </dgm:pt>
    <dgm:pt modelId="{5B1A1D76-3374-479F-A78C-D598758F07CB}" type="pres">
      <dgm:prSet presAssocID="{AC8FC3A2-3729-4B6C-8815-20BF1499BF57}" presName="node" presStyleLbl="node1" presStyleIdx="1" presStyleCnt="3">
        <dgm:presLayoutVars>
          <dgm:bulletEnabled val="1"/>
        </dgm:presLayoutVars>
      </dgm:prSet>
      <dgm:spPr/>
    </dgm:pt>
    <dgm:pt modelId="{6EEE4821-CA77-4843-89A5-7F4E8FFA0F92}" type="pres">
      <dgm:prSet presAssocID="{F5277E2C-535F-4A48-B5D5-4D15AD18EF7B}" presName="sibTrans" presStyleLbl="sibTrans1D1" presStyleIdx="1" presStyleCnt="2"/>
      <dgm:spPr/>
    </dgm:pt>
    <dgm:pt modelId="{B4ED8276-9FC9-4C7F-9271-95AAAC483E59}" type="pres">
      <dgm:prSet presAssocID="{F5277E2C-535F-4A48-B5D5-4D15AD18EF7B}" presName="connectorText" presStyleLbl="sibTrans1D1" presStyleIdx="1" presStyleCnt="2"/>
      <dgm:spPr/>
    </dgm:pt>
    <dgm:pt modelId="{9DD61DEC-7048-43D5-BA52-96CE578556D2}" type="pres">
      <dgm:prSet presAssocID="{526D0DDC-0DBB-43DE-ADD0-02D2A72C3F7A}" presName="node" presStyleLbl="node1" presStyleIdx="2" presStyleCnt="3">
        <dgm:presLayoutVars>
          <dgm:bulletEnabled val="1"/>
        </dgm:presLayoutVars>
      </dgm:prSet>
      <dgm:spPr/>
    </dgm:pt>
  </dgm:ptLst>
  <dgm:cxnLst>
    <dgm:cxn modelId="{1FA3AB00-1810-4FBE-AD70-46DFB55975CA}" type="presOf" srcId="{9B3469EF-A30E-47C6-A2D6-673B8D49602E}" destId="{5B1A1D76-3374-479F-A78C-D598758F07CB}" srcOrd="0" destOrd="1" presId="urn:microsoft.com/office/officeart/2016/7/layout/RepeatingBendingProcessNew"/>
    <dgm:cxn modelId="{586D9423-BCFC-4B5B-BF6E-84198C55CE0A}" type="presOf" srcId="{526D0DDC-0DBB-43DE-ADD0-02D2A72C3F7A}" destId="{9DD61DEC-7048-43D5-BA52-96CE578556D2}" srcOrd="0" destOrd="0" presId="urn:microsoft.com/office/officeart/2016/7/layout/RepeatingBendingProcessNew"/>
    <dgm:cxn modelId="{E3F88530-5886-4E74-A1AA-064EB894F728}" type="presOf" srcId="{2019C3FC-AD2C-4DCF-AE1E-6FB771B45843}" destId="{AFDA292B-8324-422C-85CF-3883D920B9D4}" srcOrd="0" destOrd="1" presId="urn:microsoft.com/office/officeart/2016/7/layout/RepeatingBendingProcessNew"/>
    <dgm:cxn modelId="{FDBB3A32-5DAB-4B7E-8097-61C1C302E787}" type="presOf" srcId="{0F295395-693E-4754-B7EF-4BACF0222CDF}" destId="{9DD61DEC-7048-43D5-BA52-96CE578556D2}" srcOrd="0" destOrd="1" presId="urn:microsoft.com/office/officeart/2016/7/layout/RepeatingBendingProcessNew"/>
    <dgm:cxn modelId="{1C2E9940-E966-40CF-A7F0-8A311E9FFF45}" srcId="{EB9DF6EE-65F0-40CD-B517-49311F3005D4}" destId="{19D41E42-8595-4CE1-A12D-87B5FC52DFAA}" srcOrd="0" destOrd="0" parTransId="{E51B4FE6-953B-4577-9EBF-20D818E16363}" sibTransId="{F5BCC686-F09A-4AC1-9A6F-BC2D5770C107}"/>
    <dgm:cxn modelId="{A7385862-EA83-4BA4-9DC4-9C08EF8B0A09}" type="presOf" srcId="{F5BCC686-F09A-4AC1-9A6F-BC2D5770C107}" destId="{B5D6768B-35DF-4FD6-805A-DDBF74535D6D}" srcOrd="1" destOrd="0" presId="urn:microsoft.com/office/officeart/2016/7/layout/RepeatingBendingProcessNew"/>
    <dgm:cxn modelId="{E01CB573-D18A-4CBE-AE6B-BF590EF332B6}" srcId="{526D0DDC-0DBB-43DE-ADD0-02D2A72C3F7A}" destId="{0F295395-693E-4754-B7EF-4BACF0222CDF}" srcOrd="0" destOrd="0" parTransId="{B6C3E7C9-4E4B-48BD-B514-36A1F8A8F481}" sibTransId="{E5AFB063-7783-4831-9DFE-B33FC7D304CF}"/>
    <dgm:cxn modelId="{FACC98A6-051B-4B3B-BDA9-AEFAADFAD6A3}" type="presOf" srcId="{EB9DF6EE-65F0-40CD-B517-49311F3005D4}" destId="{BE556F4F-38D4-4147-8012-3CF20B8CFA66}" srcOrd="0" destOrd="0" presId="urn:microsoft.com/office/officeart/2016/7/layout/RepeatingBendingProcessNew"/>
    <dgm:cxn modelId="{B73216A9-BECC-4D57-8B82-D31428F9E66C}" type="presOf" srcId="{AC8FC3A2-3729-4B6C-8815-20BF1499BF57}" destId="{5B1A1D76-3374-479F-A78C-D598758F07CB}" srcOrd="0" destOrd="0" presId="urn:microsoft.com/office/officeart/2016/7/layout/RepeatingBendingProcessNew"/>
    <dgm:cxn modelId="{FFAAE2AA-C45C-42FB-BEE7-084644CA2484}" srcId="{19D41E42-8595-4CE1-A12D-87B5FC52DFAA}" destId="{2019C3FC-AD2C-4DCF-AE1E-6FB771B45843}" srcOrd="0" destOrd="0" parTransId="{54207FD8-E964-4C02-A423-1E7B2D9E559A}" sibTransId="{9ECE3607-B784-4C69-9787-46162B697D64}"/>
    <dgm:cxn modelId="{276FEFB0-634A-44E3-AC8E-D57F1E932755}" srcId="{EB9DF6EE-65F0-40CD-B517-49311F3005D4}" destId="{AC8FC3A2-3729-4B6C-8815-20BF1499BF57}" srcOrd="1" destOrd="0" parTransId="{C0EE58A1-15C1-4288-8AB6-ADC2856DBA6D}" sibTransId="{F5277E2C-535F-4A48-B5D5-4D15AD18EF7B}"/>
    <dgm:cxn modelId="{2D1FFAB6-733D-4381-8C08-E3A225328F0B}" type="presOf" srcId="{F5277E2C-535F-4A48-B5D5-4D15AD18EF7B}" destId="{6EEE4821-CA77-4843-89A5-7F4E8FFA0F92}" srcOrd="0" destOrd="0" presId="urn:microsoft.com/office/officeart/2016/7/layout/RepeatingBendingProcessNew"/>
    <dgm:cxn modelId="{3890F2C5-30D0-43E3-B8C4-CF02FB68E836}" type="presOf" srcId="{F5BCC686-F09A-4AC1-9A6F-BC2D5770C107}" destId="{87A67047-C238-4B16-A726-B5EE9C4FE31C}" srcOrd="0" destOrd="0" presId="urn:microsoft.com/office/officeart/2016/7/layout/RepeatingBendingProcessNew"/>
    <dgm:cxn modelId="{F0E9F2D5-8AA2-4D4A-8C2B-0FACBED012CA}" srcId="{AC8FC3A2-3729-4B6C-8815-20BF1499BF57}" destId="{9B3469EF-A30E-47C6-A2D6-673B8D49602E}" srcOrd="0" destOrd="0" parTransId="{B0897E24-FD13-4597-9DBD-4F265C79006D}" sibTransId="{7806E5F8-6890-44E6-8716-F6EEF0B1D484}"/>
    <dgm:cxn modelId="{E79353F1-C8BB-403E-A6EB-D5A2A11F8780}" type="presOf" srcId="{F5277E2C-535F-4A48-B5D5-4D15AD18EF7B}" destId="{B4ED8276-9FC9-4C7F-9271-95AAAC483E59}" srcOrd="1" destOrd="0" presId="urn:microsoft.com/office/officeart/2016/7/layout/RepeatingBendingProcessNew"/>
    <dgm:cxn modelId="{754848F5-121F-4668-9029-7F4014310142}" type="presOf" srcId="{19D41E42-8595-4CE1-A12D-87B5FC52DFAA}" destId="{AFDA292B-8324-422C-85CF-3883D920B9D4}" srcOrd="0" destOrd="0" presId="urn:microsoft.com/office/officeart/2016/7/layout/RepeatingBendingProcessNew"/>
    <dgm:cxn modelId="{D174FEFF-A0E7-4ADE-A564-C34149C78D55}" srcId="{EB9DF6EE-65F0-40CD-B517-49311F3005D4}" destId="{526D0DDC-0DBB-43DE-ADD0-02D2A72C3F7A}" srcOrd="2" destOrd="0" parTransId="{1EE9BD3C-649A-45A8-8D97-E3CE58D2ACC0}" sibTransId="{9095DDBA-9EFA-42B0-9045-4431E73A4E25}"/>
    <dgm:cxn modelId="{C440B860-DEE9-4FC6-AF8C-0B604A36AA87}" type="presParOf" srcId="{BE556F4F-38D4-4147-8012-3CF20B8CFA66}" destId="{AFDA292B-8324-422C-85CF-3883D920B9D4}" srcOrd="0" destOrd="0" presId="urn:microsoft.com/office/officeart/2016/7/layout/RepeatingBendingProcessNew"/>
    <dgm:cxn modelId="{4E65E537-FC8F-4162-A001-8F8C657FB8C8}" type="presParOf" srcId="{BE556F4F-38D4-4147-8012-3CF20B8CFA66}" destId="{87A67047-C238-4B16-A726-B5EE9C4FE31C}" srcOrd="1" destOrd="0" presId="urn:microsoft.com/office/officeart/2016/7/layout/RepeatingBendingProcessNew"/>
    <dgm:cxn modelId="{EB86F7A4-CD2D-4AAC-929A-CB3F1AAAC401}" type="presParOf" srcId="{87A67047-C238-4B16-A726-B5EE9C4FE31C}" destId="{B5D6768B-35DF-4FD6-805A-DDBF74535D6D}" srcOrd="0" destOrd="0" presId="urn:microsoft.com/office/officeart/2016/7/layout/RepeatingBendingProcessNew"/>
    <dgm:cxn modelId="{620343B5-1EDF-4CB3-945D-9819C851A97B}" type="presParOf" srcId="{BE556F4F-38D4-4147-8012-3CF20B8CFA66}" destId="{5B1A1D76-3374-479F-A78C-D598758F07CB}" srcOrd="2" destOrd="0" presId="urn:microsoft.com/office/officeart/2016/7/layout/RepeatingBendingProcessNew"/>
    <dgm:cxn modelId="{E1CDE03F-9684-4349-A245-6FF3AD7CFFE0}" type="presParOf" srcId="{BE556F4F-38D4-4147-8012-3CF20B8CFA66}" destId="{6EEE4821-CA77-4843-89A5-7F4E8FFA0F92}" srcOrd="3" destOrd="0" presId="urn:microsoft.com/office/officeart/2016/7/layout/RepeatingBendingProcessNew"/>
    <dgm:cxn modelId="{5A6AEA3D-690B-4AFF-8290-7BA34B1CB493}" type="presParOf" srcId="{6EEE4821-CA77-4843-89A5-7F4E8FFA0F92}" destId="{B4ED8276-9FC9-4C7F-9271-95AAAC483E59}" srcOrd="0" destOrd="0" presId="urn:microsoft.com/office/officeart/2016/7/layout/RepeatingBendingProcessNew"/>
    <dgm:cxn modelId="{B4478336-DDF9-4F03-9B8D-E39EACAB7580}" type="presParOf" srcId="{BE556F4F-38D4-4147-8012-3CF20B8CFA66}" destId="{9DD61DEC-7048-43D5-BA52-96CE578556D2}" srcOrd="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3941D3-8AE1-4D0E-B77F-27927C2897B8}">
      <dsp:nvSpPr>
        <dsp:cNvPr id="0" name=""/>
        <dsp:cNvSpPr/>
      </dsp:nvSpPr>
      <dsp:spPr>
        <a:xfrm>
          <a:off x="0" y="0"/>
          <a:ext cx="4952867" cy="34757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Decreased Conversion Rates</a:t>
          </a:r>
          <a:endParaRPr lang="en-US" sz="1700" kern="1200" dirty="0"/>
        </a:p>
      </dsp:txBody>
      <dsp:txXfrm>
        <a:off x="16967" y="16967"/>
        <a:ext cx="4918933" cy="313641"/>
      </dsp:txXfrm>
    </dsp:sp>
    <dsp:sp modelId="{8453819C-1259-4751-AE53-021EDBD0B4AF}">
      <dsp:nvSpPr>
        <dsp:cNvPr id="0" name=""/>
        <dsp:cNvSpPr/>
      </dsp:nvSpPr>
      <dsp:spPr>
        <a:xfrm>
          <a:off x="0" y="350190"/>
          <a:ext cx="4952867" cy="896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254" tIns="21590" rIns="120904" bIns="2159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The conversion rate demonstrated a strong rebound in December, reaching 10.2%, despite a notable dip to 5.0% in October.</a:t>
          </a:r>
        </a:p>
        <a:p>
          <a:pPr marL="171450" lvl="1" indent="-171450" algn="l" defTabSz="755650">
            <a:lnSpc>
              <a:spcPct val="90000"/>
            </a:lnSpc>
            <a:spcBef>
              <a:spcPct val="0"/>
            </a:spcBef>
            <a:spcAft>
              <a:spcPct val="20000"/>
            </a:spcAft>
            <a:buChar char="•"/>
          </a:pPr>
          <a:endParaRPr lang="en-US" sz="1700" kern="1200" dirty="0"/>
        </a:p>
      </dsp:txBody>
      <dsp:txXfrm>
        <a:off x="0" y="350190"/>
        <a:ext cx="4952867" cy="896056"/>
      </dsp:txXfrm>
    </dsp:sp>
    <dsp:sp modelId="{1967BF17-F5F8-4040-9890-56A64DA59707}">
      <dsp:nvSpPr>
        <dsp:cNvPr id="0" name=""/>
        <dsp:cNvSpPr/>
      </dsp:nvSpPr>
      <dsp:spPr>
        <a:xfrm>
          <a:off x="0" y="1291471"/>
          <a:ext cx="4952867" cy="34757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Reduced Customer Engagement</a:t>
          </a:r>
          <a:endParaRPr lang="en-US" sz="1700" kern="1200" dirty="0"/>
        </a:p>
      </dsp:txBody>
      <dsp:txXfrm>
        <a:off x="16967" y="1308438"/>
        <a:ext cx="4918933" cy="313641"/>
      </dsp:txXfrm>
    </dsp:sp>
    <dsp:sp modelId="{BB55F6E1-D65C-4106-B63A-D21738A93DA2}">
      <dsp:nvSpPr>
        <dsp:cNvPr id="0" name=""/>
        <dsp:cNvSpPr/>
      </dsp:nvSpPr>
      <dsp:spPr>
        <a:xfrm>
          <a:off x="0" y="1593822"/>
          <a:ext cx="4952867" cy="1510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254" tIns="21590" rIns="120904" bIns="2159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There is a decline in overall social media engagement, with views dropping throughout the year.</a:t>
          </a:r>
        </a:p>
        <a:p>
          <a:pPr marL="171450" lvl="1" indent="-171450" algn="l" defTabSz="755650">
            <a:lnSpc>
              <a:spcPct val="90000"/>
            </a:lnSpc>
            <a:spcBef>
              <a:spcPct val="0"/>
            </a:spcBef>
            <a:spcAft>
              <a:spcPct val="20000"/>
            </a:spcAft>
            <a:buChar char="•"/>
          </a:pPr>
          <a:r>
            <a:rPr lang="en-US" sz="1700" kern="1200" dirty="0"/>
            <a:t>While clicks and likes are low compared to views, the click-through rate stands at 15.37%, meaning that engaged users are still interacting effectively.</a:t>
          </a:r>
        </a:p>
      </dsp:txBody>
      <dsp:txXfrm>
        <a:off x="0" y="1593822"/>
        <a:ext cx="4952867" cy="15109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5B834D-33BF-44D6-88DB-346DE049A95D}">
      <dsp:nvSpPr>
        <dsp:cNvPr id="0" name=""/>
        <dsp:cNvSpPr/>
      </dsp:nvSpPr>
      <dsp:spPr>
        <a:xfrm>
          <a:off x="0" y="28830"/>
          <a:ext cx="4512205" cy="5054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Customer Feedback Analysis:</a:t>
          </a:r>
          <a:endParaRPr lang="en-US" sz="1700" kern="1200" dirty="0"/>
        </a:p>
      </dsp:txBody>
      <dsp:txXfrm>
        <a:off x="24674" y="53504"/>
        <a:ext cx="4462857" cy="456092"/>
      </dsp:txXfrm>
    </dsp:sp>
    <dsp:sp modelId="{0D7C2B7A-C7E5-49C3-9437-11A246C8DA71}">
      <dsp:nvSpPr>
        <dsp:cNvPr id="0" name=""/>
        <dsp:cNvSpPr/>
      </dsp:nvSpPr>
      <dsp:spPr>
        <a:xfrm>
          <a:off x="0" y="530214"/>
          <a:ext cx="4512205" cy="176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263" tIns="21590" rIns="120904" bIns="2159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Customer ratings have remained consistent, averaging around 3.7 throughout the year.</a:t>
          </a:r>
        </a:p>
        <a:p>
          <a:pPr marL="171450" lvl="1" indent="-171450" algn="l" defTabSz="755650">
            <a:lnSpc>
              <a:spcPct val="90000"/>
            </a:lnSpc>
            <a:spcBef>
              <a:spcPct val="0"/>
            </a:spcBef>
            <a:spcAft>
              <a:spcPct val="20000"/>
            </a:spcAft>
            <a:buChar char="•"/>
          </a:pPr>
          <a:r>
            <a:rPr lang="en-US" sz="1700" kern="1200" dirty="0"/>
            <a:t>Although stable, the average rating is below the target of 4.0, suggesting a need for focused improvements in customer satisfaction, for products below 3,5.</a:t>
          </a:r>
          <a:endParaRPr lang="nb-NO" sz="1700" kern="1200" dirty="0"/>
        </a:p>
      </dsp:txBody>
      <dsp:txXfrm>
        <a:off x="0" y="530214"/>
        <a:ext cx="4512205" cy="17605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A5F24C-CBBB-4C53-95D7-19DD42AD9768}">
      <dsp:nvSpPr>
        <dsp:cNvPr id="0" name=""/>
        <dsp:cNvSpPr/>
      </dsp:nvSpPr>
      <dsp:spPr>
        <a:xfrm>
          <a:off x="0" y="291091"/>
          <a:ext cx="5181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General Conversion Trend:</a:t>
          </a:r>
          <a:endParaRPr lang="en-US" sz="1700" kern="1200" dirty="0"/>
        </a:p>
      </dsp:txBody>
      <dsp:txXfrm>
        <a:off x="20390" y="311481"/>
        <a:ext cx="5140820" cy="376910"/>
      </dsp:txXfrm>
    </dsp:sp>
    <dsp:sp modelId="{EE1F3D36-A9AF-4BF4-B481-A20BC9AEFD3E}">
      <dsp:nvSpPr>
        <dsp:cNvPr id="0" name=""/>
        <dsp:cNvSpPr/>
      </dsp:nvSpPr>
      <dsp:spPr>
        <a:xfrm>
          <a:off x="0" y="708781"/>
          <a:ext cx="5181600" cy="967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51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dsp:txBody>
      <dsp:txXfrm>
        <a:off x="0" y="708781"/>
        <a:ext cx="5181600" cy="967725"/>
      </dsp:txXfrm>
    </dsp:sp>
    <dsp:sp modelId="{9C092B13-39D9-40A9-8983-51675DA35232}">
      <dsp:nvSpPr>
        <dsp:cNvPr id="0" name=""/>
        <dsp:cNvSpPr/>
      </dsp:nvSpPr>
      <dsp:spPr>
        <a:xfrm>
          <a:off x="0" y="1676506"/>
          <a:ext cx="5181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Lowest Conversion Month:</a:t>
          </a:r>
          <a:endParaRPr lang="en-US" sz="1700" kern="1200" dirty="0"/>
        </a:p>
      </dsp:txBody>
      <dsp:txXfrm>
        <a:off x="20390" y="1696896"/>
        <a:ext cx="5140820" cy="376910"/>
      </dsp:txXfrm>
    </dsp:sp>
    <dsp:sp modelId="{A6952883-6BEF-48BB-A978-7BC4DB67EBF3}">
      <dsp:nvSpPr>
        <dsp:cNvPr id="0" name=""/>
        <dsp:cNvSpPr/>
      </dsp:nvSpPr>
      <dsp:spPr>
        <a:xfrm>
          <a:off x="0" y="2094196"/>
          <a:ext cx="5181600" cy="774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51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May experienced the lowest overall conversion rate at 4.3%, with no products standing out significantly in terms of conversion. This indicates a potential need to revisit marketing strategies or promotions during this period to boost performance.</a:t>
          </a:r>
        </a:p>
      </dsp:txBody>
      <dsp:txXfrm>
        <a:off x="0" y="2094196"/>
        <a:ext cx="5181600" cy="774180"/>
      </dsp:txXfrm>
    </dsp:sp>
    <dsp:sp modelId="{1E3B7CFD-1773-47D2-B4DC-4BD592D34D98}">
      <dsp:nvSpPr>
        <dsp:cNvPr id="0" name=""/>
        <dsp:cNvSpPr/>
      </dsp:nvSpPr>
      <dsp:spPr>
        <a:xfrm>
          <a:off x="0" y="2868376"/>
          <a:ext cx="5181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Highest Conversion Rates:</a:t>
          </a:r>
          <a:endParaRPr lang="en-US" sz="1700" kern="1200" dirty="0"/>
        </a:p>
      </dsp:txBody>
      <dsp:txXfrm>
        <a:off x="20390" y="2888766"/>
        <a:ext cx="5140820" cy="376910"/>
      </dsp:txXfrm>
    </dsp:sp>
    <dsp:sp modelId="{35B34968-51B5-4389-90BA-099D04E629F5}">
      <dsp:nvSpPr>
        <dsp:cNvPr id="0" name=""/>
        <dsp:cNvSpPr/>
      </dsp:nvSpPr>
      <dsp:spPr>
        <a:xfrm>
          <a:off x="0" y="3286066"/>
          <a:ext cx="5181600" cy="774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51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January recorded the highest overall conversion rate at 18.5%, driven significantly by the Ski Boots with a remarkable 150% conversion. This indicates a strong start to the year, likely fueled by seasonal demand and effective marketing strategies.</a:t>
          </a:r>
        </a:p>
      </dsp:txBody>
      <dsp:txXfrm>
        <a:off x="0" y="3286066"/>
        <a:ext cx="5181600" cy="7741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3941D3-8AE1-4D0E-B77F-27927C2897B8}">
      <dsp:nvSpPr>
        <dsp:cNvPr id="0" name=""/>
        <dsp:cNvSpPr/>
      </dsp:nvSpPr>
      <dsp:spPr>
        <a:xfrm>
          <a:off x="0" y="0"/>
          <a:ext cx="4952867" cy="4095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Declining Views:</a:t>
          </a:r>
          <a:endParaRPr lang="en-US" sz="1700" kern="1200" dirty="0"/>
        </a:p>
      </dsp:txBody>
      <dsp:txXfrm>
        <a:off x="19990" y="19990"/>
        <a:ext cx="4912887" cy="369520"/>
      </dsp:txXfrm>
    </dsp:sp>
    <dsp:sp modelId="{8453819C-1259-4751-AE53-021EDBD0B4AF}">
      <dsp:nvSpPr>
        <dsp:cNvPr id="0" name=""/>
        <dsp:cNvSpPr/>
      </dsp:nvSpPr>
      <dsp:spPr>
        <a:xfrm>
          <a:off x="0" y="415217"/>
          <a:ext cx="4952867" cy="1283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254" tIns="21590" rIns="120904" bIns="2159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Views peaked in February and July but declined from August and on, indicating reduced audience engagement in the later half of the year.</a:t>
          </a:r>
        </a:p>
        <a:p>
          <a:pPr marL="171450" lvl="1" indent="-171450" algn="l" defTabSz="755650">
            <a:lnSpc>
              <a:spcPct val="90000"/>
            </a:lnSpc>
            <a:spcBef>
              <a:spcPct val="0"/>
            </a:spcBef>
            <a:spcAft>
              <a:spcPct val="20000"/>
            </a:spcAft>
            <a:buChar char="•"/>
          </a:pPr>
          <a:endParaRPr lang="en-US" sz="1700" kern="1200" dirty="0"/>
        </a:p>
      </dsp:txBody>
      <dsp:txXfrm>
        <a:off x="0" y="415217"/>
        <a:ext cx="4952867" cy="1283400"/>
      </dsp:txXfrm>
    </dsp:sp>
    <dsp:sp modelId="{1967BF17-F5F8-4040-9890-56A64DA59707}">
      <dsp:nvSpPr>
        <dsp:cNvPr id="0" name=""/>
        <dsp:cNvSpPr/>
      </dsp:nvSpPr>
      <dsp:spPr>
        <a:xfrm>
          <a:off x="0" y="1728355"/>
          <a:ext cx="4952867" cy="4095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Low Interaction Rate</a:t>
          </a:r>
        </a:p>
      </dsp:txBody>
      <dsp:txXfrm>
        <a:off x="19990" y="1748345"/>
        <a:ext cx="4912887" cy="369520"/>
      </dsp:txXfrm>
    </dsp:sp>
    <dsp:sp modelId="{BB55F6E1-D65C-4106-B63A-D21738A93DA2}">
      <dsp:nvSpPr>
        <dsp:cNvPr id="0" name=""/>
        <dsp:cNvSpPr/>
      </dsp:nvSpPr>
      <dsp:spPr>
        <a:xfrm>
          <a:off x="0" y="2108117"/>
          <a:ext cx="4952867"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254" tIns="21590" rIns="120904" bIns="21590" numCol="1" spcCol="1270" anchor="t" anchorCtr="0">
          <a:noAutofit/>
        </a:bodyPr>
        <a:lstStyle/>
        <a:p>
          <a:pPr marL="171450" lvl="1" indent="-171450" algn="l" defTabSz="755650">
            <a:lnSpc>
              <a:spcPct val="90000"/>
            </a:lnSpc>
            <a:spcBef>
              <a:spcPct val="0"/>
            </a:spcBef>
            <a:spcAft>
              <a:spcPct val="20000"/>
            </a:spcAft>
            <a:buChar char="•"/>
          </a:pPr>
          <a:r>
            <a:rPr lang="en-US" sz="1700" kern="1200" dirty="0" err="1"/>
            <a:t>Cicks</a:t>
          </a:r>
          <a:r>
            <a:rPr lang="en-US" sz="1700" kern="1200" dirty="0"/>
            <a:t> and likes remained consistently low compared to views, suggesting the need for more engaging content or stronger calls to action</a:t>
          </a:r>
        </a:p>
      </dsp:txBody>
      <dsp:txXfrm>
        <a:off x="0" y="2108117"/>
        <a:ext cx="4952867" cy="9936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5B834D-33BF-44D6-88DB-346DE049A95D}">
      <dsp:nvSpPr>
        <dsp:cNvPr id="0" name=""/>
        <dsp:cNvSpPr/>
      </dsp:nvSpPr>
      <dsp:spPr>
        <a:xfrm>
          <a:off x="0" y="46110"/>
          <a:ext cx="4952867" cy="2691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Content Type Performance:</a:t>
          </a:r>
          <a:endParaRPr lang="en-US" sz="1700" kern="1200" dirty="0"/>
        </a:p>
      </dsp:txBody>
      <dsp:txXfrm>
        <a:off x="13136" y="59246"/>
        <a:ext cx="4926595" cy="242828"/>
      </dsp:txXfrm>
    </dsp:sp>
    <dsp:sp modelId="{0D7C2B7A-C7E5-49C3-9437-11A246C8DA71}">
      <dsp:nvSpPr>
        <dsp:cNvPr id="0" name=""/>
        <dsp:cNvSpPr/>
      </dsp:nvSpPr>
      <dsp:spPr>
        <a:xfrm>
          <a:off x="0" y="324101"/>
          <a:ext cx="4952867"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254" tIns="21590" rIns="120904" bIns="2159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Blog content drove the most views, especially in April and July, while social media and video content maintained steady but slightly lower engagement.</a:t>
          </a:r>
        </a:p>
      </dsp:txBody>
      <dsp:txXfrm>
        <a:off x="0" y="324101"/>
        <a:ext cx="4952867" cy="9936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EBB4A7-D048-464D-96A3-E113817392DC}">
      <dsp:nvSpPr>
        <dsp:cNvPr id="0" name=""/>
        <dsp:cNvSpPr/>
      </dsp:nvSpPr>
      <dsp:spPr>
        <a:xfrm>
          <a:off x="0" y="511"/>
          <a:ext cx="10927829" cy="119765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8FB02A-43D5-4218-B13D-5FAFD57A0919}">
      <dsp:nvSpPr>
        <dsp:cNvPr id="0" name=""/>
        <dsp:cNvSpPr/>
      </dsp:nvSpPr>
      <dsp:spPr>
        <a:xfrm>
          <a:off x="362289" y="269983"/>
          <a:ext cx="658708" cy="6587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F3FEE7-9A73-4912-B95D-12C8C8B1DC78}">
      <dsp:nvSpPr>
        <dsp:cNvPr id="0" name=""/>
        <dsp:cNvSpPr/>
      </dsp:nvSpPr>
      <dsp:spPr>
        <a:xfrm>
          <a:off x="1383287" y="511"/>
          <a:ext cx="4917523" cy="1197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51" tIns="126751" rIns="126751" bIns="126751" numCol="1" spcCol="1270" anchor="ctr" anchorCtr="0">
          <a:noAutofit/>
        </a:bodyPr>
        <a:lstStyle/>
        <a:p>
          <a:pPr marL="0" lvl="0" indent="0" algn="l" defTabSz="1111250">
            <a:lnSpc>
              <a:spcPct val="100000"/>
            </a:lnSpc>
            <a:spcBef>
              <a:spcPct val="0"/>
            </a:spcBef>
            <a:spcAft>
              <a:spcPct val="35000"/>
            </a:spcAft>
            <a:buNone/>
          </a:pPr>
          <a:r>
            <a:rPr lang="en-US" sz="2500" b="1" kern="1200"/>
            <a:t>Increase Conversion Rates:</a:t>
          </a:r>
          <a:endParaRPr lang="en-US" sz="2500" kern="1200"/>
        </a:p>
      </dsp:txBody>
      <dsp:txXfrm>
        <a:off x="1383287" y="511"/>
        <a:ext cx="4917523" cy="1197651"/>
      </dsp:txXfrm>
    </dsp:sp>
    <dsp:sp modelId="{71B62802-AE07-4491-9BEF-349051CF6454}">
      <dsp:nvSpPr>
        <dsp:cNvPr id="0" name=""/>
        <dsp:cNvSpPr/>
      </dsp:nvSpPr>
      <dsp:spPr>
        <a:xfrm>
          <a:off x="6300810" y="511"/>
          <a:ext cx="4627018" cy="1197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51" tIns="126751" rIns="126751" bIns="126751" numCol="1" spcCol="1270" anchor="ctr" anchorCtr="0">
          <a:noAutofit/>
        </a:bodyPr>
        <a:lstStyle/>
        <a:p>
          <a:pPr marL="0" lvl="0" indent="0" algn="l" defTabSz="577850">
            <a:lnSpc>
              <a:spcPct val="100000"/>
            </a:lnSpc>
            <a:spcBef>
              <a:spcPct val="0"/>
            </a:spcBef>
            <a:spcAft>
              <a:spcPct val="35000"/>
            </a:spcAft>
            <a:buNone/>
          </a:pPr>
          <a:r>
            <a:rPr lang="en-US" sz="1300" b="1" kern="1200"/>
            <a:t>Goal: </a:t>
          </a:r>
          <a:r>
            <a:rPr lang="en-US" sz="1300" kern="1200"/>
            <a:t>Identify factors impacting the conversion rate and provide recommendations to improve it.</a:t>
          </a:r>
        </a:p>
        <a:p>
          <a:pPr marL="0" lvl="0" indent="0" algn="l" defTabSz="577850">
            <a:lnSpc>
              <a:spcPct val="100000"/>
            </a:lnSpc>
            <a:spcBef>
              <a:spcPct val="0"/>
            </a:spcBef>
            <a:spcAft>
              <a:spcPct val="35000"/>
            </a:spcAft>
            <a:buNone/>
          </a:pPr>
          <a:r>
            <a:rPr lang="en-US" sz="1300" b="1" kern="1200"/>
            <a:t>Insight: </a:t>
          </a:r>
          <a:r>
            <a:rPr lang="en-US" sz="1300" kern="1200"/>
            <a:t>Highlight key stages where visitors drop off and suggest improvements to optimize the conversion funnel.</a:t>
          </a:r>
        </a:p>
      </dsp:txBody>
      <dsp:txXfrm>
        <a:off x="6300810" y="511"/>
        <a:ext cx="4627018" cy="1197651"/>
      </dsp:txXfrm>
    </dsp:sp>
    <dsp:sp modelId="{8A27D474-220E-4B82-BAB5-A2CE195652FA}">
      <dsp:nvSpPr>
        <dsp:cNvPr id="0" name=""/>
        <dsp:cNvSpPr/>
      </dsp:nvSpPr>
      <dsp:spPr>
        <a:xfrm>
          <a:off x="0" y="1497576"/>
          <a:ext cx="10927829" cy="119765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568831-A91A-4063-9BCF-C2B64C4ABA59}">
      <dsp:nvSpPr>
        <dsp:cNvPr id="0" name=""/>
        <dsp:cNvSpPr/>
      </dsp:nvSpPr>
      <dsp:spPr>
        <a:xfrm>
          <a:off x="362289" y="1767048"/>
          <a:ext cx="658708" cy="6587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8E27C5-A3F7-4522-8B53-D2891744044A}">
      <dsp:nvSpPr>
        <dsp:cNvPr id="0" name=""/>
        <dsp:cNvSpPr/>
      </dsp:nvSpPr>
      <dsp:spPr>
        <a:xfrm>
          <a:off x="1383287" y="1497576"/>
          <a:ext cx="4917523" cy="1197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51" tIns="126751" rIns="126751" bIns="126751" numCol="1" spcCol="1270" anchor="ctr" anchorCtr="0">
          <a:noAutofit/>
        </a:bodyPr>
        <a:lstStyle/>
        <a:p>
          <a:pPr marL="0" lvl="0" indent="0" algn="l" defTabSz="1111250">
            <a:lnSpc>
              <a:spcPct val="100000"/>
            </a:lnSpc>
            <a:spcBef>
              <a:spcPct val="0"/>
            </a:spcBef>
            <a:spcAft>
              <a:spcPct val="35000"/>
            </a:spcAft>
            <a:buNone/>
          </a:pPr>
          <a:r>
            <a:rPr lang="en-US" sz="2500" b="1" kern="1200"/>
            <a:t>Enhance Customer Engagement:</a:t>
          </a:r>
          <a:endParaRPr lang="en-US" sz="2500" kern="1200"/>
        </a:p>
      </dsp:txBody>
      <dsp:txXfrm>
        <a:off x="1383287" y="1497576"/>
        <a:ext cx="4917523" cy="1197651"/>
      </dsp:txXfrm>
    </dsp:sp>
    <dsp:sp modelId="{C4FA5847-546D-4CE7-A496-419594396312}">
      <dsp:nvSpPr>
        <dsp:cNvPr id="0" name=""/>
        <dsp:cNvSpPr/>
      </dsp:nvSpPr>
      <dsp:spPr>
        <a:xfrm>
          <a:off x="6300810" y="1497576"/>
          <a:ext cx="4627018" cy="1197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51" tIns="126751" rIns="126751" bIns="126751" numCol="1" spcCol="1270" anchor="ctr" anchorCtr="0">
          <a:noAutofit/>
        </a:bodyPr>
        <a:lstStyle/>
        <a:p>
          <a:pPr marL="0" lvl="0" indent="0" algn="l" defTabSz="577850">
            <a:lnSpc>
              <a:spcPct val="100000"/>
            </a:lnSpc>
            <a:spcBef>
              <a:spcPct val="0"/>
            </a:spcBef>
            <a:spcAft>
              <a:spcPct val="35000"/>
            </a:spcAft>
            <a:buNone/>
          </a:pPr>
          <a:r>
            <a:rPr lang="en-US" sz="1300" b="1" kern="1200"/>
            <a:t>Goal:</a:t>
          </a:r>
          <a:r>
            <a:rPr lang="en-US" sz="1300" kern="1200"/>
            <a:t> Determine which types of content drive the highest engagement. </a:t>
          </a:r>
        </a:p>
        <a:p>
          <a:pPr marL="0" lvl="0" indent="0" algn="l" defTabSz="577850">
            <a:lnSpc>
              <a:spcPct val="100000"/>
            </a:lnSpc>
            <a:spcBef>
              <a:spcPct val="0"/>
            </a:spcBef>
            <a:spcAft>
              <a:spcPct val="35000"/>
            </a:spcAft>
            <a:buNone/>
          </a:pPr>
          <a:r>
            <a:rPr lang="en-US" sz="1300" b="1" kern="1200"/>
            <a:t>Insight:</a:t>
          </a:r>
          <a:r>
            <a:rPr lang="en-US" sz="1300" kern="1200"/>
            <a:t> Analyze interaction levels with different types of marketing content to inform better content strategies.</a:t>
          </a:r>
        </a:p>
      </dsp:txBody>
      <dsp:txXfrm>
        <a:off x="6300810" y="1497576"/>
        <a:ext cx="4627018" cy="1197651"/>
      </dsp:txXfrm>
    </dsp:sp>
    <dsp:sp modelId="{27D3FA93-98F6-4E29-BF55-628459AEA2D6}">
      <dsp:nvSpPr>
        <dsp:cNvPr id="0" name=""/>
        <dsp:cNvSpPr/>
      </dsp:nvSpPr>
      <dsp:spPr>
        <a:xfrm>
          <a:off x="0" y="2994641"/>
          <a:ext cx="10927829" cy="119765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474DAB-B6F7-47AE-8B6C-B953ACD6F012}">
      <dsp:nvSpPr>
        <dsp:cNvPr id="0" name=""/>
        <dsp:cNvSpPr/>
      </dsp:nvSpPr>
      <dsp:spPr>
        <a:xfrm>
          <a:off x="362289" y="3264113"/>
          <a:ext cx="658708" cy="65870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D7BE83-2C7C-4956-B67B-E97A35327323}">
      <dsp:nvSpPr>
        <dsp:cNvPr id="0" name=""/>
        <dsp:cNvSpPr/>
      </dsp:nvSpPr>
      <dsp:spPr>
        <a:xfrm>
          <a:off x="1383287" y="2994641"/>
          <a:ext cx="4917523" cy="1197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51" tIns="126751" rIns="126751" bIns="126751" numCol="1" spcCol="1270" anchor="ctr" anchorCtr="0">
          <a:noAutofit/>
        </a:bodyPr>
        <a:lstStyle/>
        <a:p>
          <a:pPr marL="0" lvl="0" indent="0" algn="l" defTabSz="1111250">
            <a:lnSpc>
              <a:spcPct val="100000"/>
            </a:lnSpc>
            <a:spcBef>
              <a:spcPct val="0"/>
            </a:spcBef>
            <a:spcAft>
              <a:spcPct val="35000"/>
            </a:spcAft>
            <a:buNone/>
          </a:pPr>
          <a:r>
            <a:rPr lang="en-US" sz="2500" b="1" kern="1200"/>
            <a:t>Improve Customer Feedback Scores:</a:t>
          </a:r>
          <a:endParaRPr lang="en-US" sz="2500" kern="1200"/>
        </a:p>
      </dsp:txBody>
      <dsp:txXfrm>
        <a:off x="1383287" y="2994641"/>
        <a:ext cx="4917523" cy="1197651"/>
      </dsp:txXfrm>
    </dsp:sp>
    <dsp:sp modelId="{BE28E78D-C168-4556-9759-5AD5ECA7CDA0}">
      <dsp:nvSpPr>
        <dsp:cNvPr id="0" name=""/>
        <dsp:cNvSpPr/>
      </dsp:nvSpPr>
      <dsp:spPr>
        <a:xfrm>
          <a:off x="6300810" y="2994641"/>
          <a:ext cx="4627018" cy="1197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51" tIns="126751" rIns="126751" bIns="126751" numCol="1" spcCol="1270" anchor="ctr" anchorCtr="0">
          <a:noAutofit/>
        </a:bodyPr>
        <a:lstStyle/>
        <a:p>
          <a:pPr marL="0" lvl="0" indent="0" algn="l" defTabSz="577850">
            <a:lnSpc>
              <a:spcPct val="100000"/>
            </a:lnSpc>
            <a:spcBef>
              <a:spcPct val="0"/>
            </a:spcBef>
            <a:spcAft>
              <a:spcPct val="35000"/>
            </a:spcAft>
            <a:buNone/>
          </a:pPr>
          <a:r>
            <a:rPr lang="en-US" sz="1300" b="1" kern="1200"/>
            <a:t>Goal:</a:t>
          </a:r>
          <a:r>
            <a:rPr lang="en-US" sz="1300" kern="1200"/>
            <a:t> Understand common themes in customer reviews and provide actionable insights.</a:t>
          </a:r>
        </a:p>
        <a:p>
          <a:pPr marL="0" lvl="0" indent="0" algn="l" defTabSz="577850">
            <a:lnSpc>
              <a:spcPct val="100000"/>
            </a:lnSpc>
            <a:spcBef>
              <a:spcPct val="0"/>
            </a:spcBef>
            <a:spcAft>
              <a:spcPct val="35000"/>
            </a:spcAft>
            <a:buNone/>
          </a:pPr>
          <a:r>
            <a:rPr lang="en-US" sz="1300" b="1" kern="1200"/>
            <a:t>Insight:</a:t>
          </a:r>
          <a:r>
            <a:rPr lang="en-US" sz="1300" kern="1200"/>
            <a:t> Identify recurring positive and negative feedback to guide product and service improvements.</a:t>
          </a:r>
        </a:p>
      </dsp:txBody>
      <dsp:txXfrm>
        <a:off x="6300810" y="2994641"/>
        <a:ext cx="4627018" cy="119765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A67047-C238-4B16-A726-B5EE9C4FE31C}">
      <dsp:nvSpPr>
        <dsp:cNvPr id="0" name=""/>
        <dsp:cNvSpPr/>
      </dsp:nvSpPr>
      <dsp:spPr>
        <a:xfrm>
          <a:off x="3160067" y="2050682"/>
          <a:ext cx="694702" cy="91440"/>
        </a:xfrm>
        <a:custGeom>
          <a:avLst/>
          <a:gdLst/>
          <a:ahLst/>
          <a:cxnLst/>
          <a:rect l="0" t="0" r="0" b="0"/>
          <a:pathLst>
            <a:path>
              <a:moveTo>
                <a:pt x="0" y="45720"/>
              </a:moveTo>
              <a:lnTo>
                <a:pt x="298053" y="45720"/>
              </a:lnTo>
            </a:path>
            <a:path>
              <a:moveTo>
                <a:pt x="396649" y="45720"/>
              </a:moveTo>
              <a:lnTo>
                <a:pt x="694702"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r>
            <a:rPr lang="en-US" sz="1000" kern="1200"/>
            <a:t>1</a:t>
          </a:r>
        </a:p>
      </dsp:txBody>
      <dsp:txXfrm>
        <a:off x="3458120" y="2025912"/>
        <a:ext cx="98595" cy="140980"/>
      </dsp:txXfrm>
    </dsp:sp>
    <dsp:sp modelId="{AFDA292B-8324-422C-85CF-3883D920B9D4}">
      <dsp:nvSpPr>
        <dsp:cNvPr id="0" name=""/>
        <dsp:cNvSpPr/>
      </dsp:nvSpPr>
      <dsp:spPr>
        <a:xfrm>
          <a:off x="8377" y="1150355"/>
          <a:ext cx="3153489" cy="189209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524" tIns="162200" rIns="154524" bIns="162200" numCol="1" spcCol="1270" anchor="t" anchorCtr="0">
          <a:noAutofit/>
        </a:bodyPr>
        <a:lstStyle/>
        <a:p>
          <a:pPr marL="0" lvl="0" indent="0" algn="l" defTabSz="577850">
            <a:lnSpc>
              <a:spcPct val="90000"/>
            </a:lnSpc>
            <a:spcBef>
              <a:spcPct val="0"/>
            </a:spcBef>
            <a:spcAft>
              <a:spcPct val="35000"/>
            </a:spcAft>
            <a:buNone/>
            <a:defRPr b="1"/>
          </a:pPr>
          <a:r>
            <a:rPr lang="nb-NO" sz="1300" b="1" kern="1200"/>
            <a:t>Increase Conversion Rates:</a:t>
          </a:r>
          <a:endParaRPr lang="en-US" sz="1300" kern="1200"/>
        </a:p>
        <a:p>
          <a:pPr marL="57150" lvl="1" indent="-57150" algn="l" defTabSz="444500">
            <a:lnSpc>
              <a:spcPct val="90000"/>
            </a:lnSpc>
            <a:spcBef>
              <a:spcPct val="0"/>
            </a:spcBef>
            <a:spcAft>
              <a:spcPct val="15000"/>
            </a:spcAft>
            <a:buChar char="•"/>
          </a:pPr>
          <a:r>
            <a:rPr lang="en-US" sz="1000" u="sng" kern="1200"/>
            <a:t>Target High-Performing Product Categories</a:t>
          </a:r>
          <a:r>
            <a:rPr lang="en-US" sz="1000" kern="1200"/>
            <a:t>: Focus marketing efforts on products with demonstrated high conversion rates, such as Kayaks, Ski Boots, and Baseball Gloves. Implement seasonal promotions or personalized campaigns during peak months (e.g., January and September) to capitalize on these trends.</a:t>
          </a:r>
        </a:p>
      </dsp:txBody>
      <dsp:txXfrm>
        <a:off x="8377" y="1150355"/>
        <a:ext cx="3153489" cy="1892093"/>
      </dsp:txXfrm>
    </dsp:sp>
    <dsp:sp modelId="{6EEE4821-CA77-4843-89A5-7F4E8FFA0F92}">
      <dsp:nvSpPr>
        <dsp:cNvPr id="0" name=""/>
        <dsp:cNvSpPr/>
      </dsp:nvSpPr>
      <dsp:spPr>
        <a:xfrm>
          <a:off x="7038859" y="2050682"/>
          <a:ext cx="694702" cy="91440"/>
        </a:xfrm>
        <a:custGeom>
          <a:avLst/>
          <a:gdLst/>
          <a:ahLst/>
          <a:cxnLst/>
          <a:rect l="0" t="0" r="0" b="0"/>
          <a:pathLst>
            <a:path>
              <a:moveTo>
                <a:pt x="0" y="45720"/>
              </a:moveTo>
              <a:lnTo>
                <a:pt x="298053" y="45720"/>
              </a:lnTo>
            </a:path>
            <a:path>
              <a:moveTo>
                <a:pt x="396649" y="45720"/>
              </a:moveTo>
              <a:lnTo>
                <a:pt x="694702" y="45720"/>
              </a:lnTo>
            </a:path>
          </a:pathLst>
        </a:custGeom>
        <a:noFill/>
        <a:ln w="12700" cap="flat" cmpd="sng" algn="ctr">
          <a:solidFill>
            <a:schemeClr val="accent2">
              <a:hueOff val="6443614"/>
              <a:satOff val="-18493"/>
              <a:lumOff val="-296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r>
            <a:rPr lang="en-US" sz="1000" kern="1200"/>
            <a:t>2</a:t>
          </a:r>
        </a:p>
      </dsp:txBody>
      <dsp:txXfrm>
        <a:off x="7336912" y="2025912"/>
        <a:ext cx="98595" cy="140980"/>
      </dsp:txXfrm>
    </dsp:sp>
    <dsp:sp modelId="{5B1A1D76-3374-479F-A78C-D598758F07CB}">
      <dsp:nvSpPr>
        <dsp:cNvPr id="0" name=""/>
        <dsp:cNvSpPr/>
      </dsp:nvSpPr>
      <dsp:spPr>
        <a:xfrm>
          <a:off x="3887169" y="1150355"/>
          <a:ext cx="3153489" cy="1892093"/>
        </a:xfrm>
        <a:prstGeom prst="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524" tIns="162200" rIns="154524" bIns="162200" numCol="1" spcCol="1270" anchor="t" anchorCtr="0">
          <a:noAutofit/>
        </a:bodyPr>
        <a:lstStyle/>
        <a:p>
          <a:pPr marL="0" lvl="0" indent="0" algn="l" defTabSz="577850">
            <a:lnSpc>
              <a:spcPct val="90000"/>
            </a:lnSpc>
            <a:spcBef>
              <a:spcPct val="0"/>
            </a:spcBef>
            <a:spcAft>
              <a:spcPct val="35000"/>
            </a:spcAft>
            <a:buNone/>
            <a:defRPr b="1"/>
          </a:pPr>
          <a:r>
            <a:rPr lang="nb-NO" sz="1300" b="1" kern="1200"/>
            <a:t>Enhance Customer Engagement:</a:t>
          </a:r>
          <a:endParaRPr lang="en-US" sz="1300" kern="1200"/>
        </a:p>
        <a:p>
          <a:pPr marL="57150" lvl="1" indent="-57150" algn="l" defTabSz="444500">
            <a:lnSpc>
              <a:spcPct val="90000"/>
            </a:lnSpc>
            <a:spcBef>
              <a:spcPct val="0"/>
            </a:spcBef>
            <a:spcAft>
              <a:spcPct val="15000"/>
            </a:spcAft>
            <a:buChar char="•"/>
          </a:pPr>
          <a:r>
            <a:rPr lang="en-US" sz="1000" u="sng" kern="1200"/>
            <a:t>Revitalize Content Strategy</a:t>
          </a:r>
          <a:r>
            <a:rPr lang="en-US" sz="1000" kern="120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dsp:txBody>
      <dsp:txXfrm>
        <a:off x="3887169" y="1150355"/>
        <a:ext cx="3153489" cy="1892093"/>
      </dsp:txXfrm>
    </dsp:sp>
    <dsp:sp modelId="{9DD61DEC-7048-43D5-BA52-96CE578556D2}">
      <dsp:nvSpPr>
        <dsp:cNvPr id="0" name=""/>
        <dsp:cNvSpPr/>
      </dsp:nvSpPr>
      <dsp:spPr>
        <a:xfrm>
          <a:off x="7765961" y="1150355"/>
          <a:ext cx="3153489" cy="1892093"/>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524" tIns="162200" rIns="154524" bIns="162200" numCol="1" spcCol="1270" anchor="t" anchorCtr="0">
          <a:noAutofit/>
        </a:bodyPr>
        <a:lstStyle/>
        <a:p>
          <a:pPr marL="0" lvl="0" indent="0" algn="l" defTabSz="577850">
            <a:lnSpc>
              <a:spcPct val="90000"/>
            </a:lnSpc>
            <a:spcBef>
              <a:spcPct val="0"/>
            </a:spcBef>
            <a:spcAft>
              <a:spcPct val="35000"/>
            </a:spcAft>
            <a:buNone/>
            <a:defRPr b="1"/>
          </a:pPr>
          <a:r>
            <a:rPr lang="nb-NO" sz="1300" b="1" kern="1200"/>
            <a:t>Improve Customer Feedback Scores:</a:t>
          </a:r>
          <a:endParaRPr lang="en-US" sz="1300" kern="1200"/>
        </a:p>
        <a:p>
          <a:pPr marL="57150" lvl="1" indent="-57150" algn="l" defTabSz="444500">
            <a:lnSpc>
              <a:spcPct val="90000"/>
            </a:lnSpc>
            <a:spcBef>
              <a:spcPct val="0"/>
            </a:spcBef>
            <a:spcAft>
              <a:spcPct val="15000"/>
            </a:spcAft>
            <a:buChar char="•"/>
          </a:pPr>
          <a:r>
            <a:rPr lang="en-US" sz="1000" u="sng" kern="1200"/>
            <a:t>Address Mixed and Negative Feedback: </a:t>
          </a:r>
          <a:r>
            <a:rPr lang="en-US" sz="1000" kern="120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p>
      </dsp:txBody>
      <dsp:txXfrm>
        <a:off x="7765961" y="1150355"/>
        <a:ext cx="3153489" cy="189209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3/4/2026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3/4/2026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3/4/2026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4.pn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8" Type="http://schemas.microsoft.com/office/2007/relationships/diagramDrawing" Target="../diagrams/drawing4.xml"/><Relationship Id="rId13" Type="http://schemas.microsoft.com/office/2007/relationships/diagramDrawing" Target="../diagrams/drawing5.xml"/><Relationship Id="rId3" Type="http://schemas.openxmlformats.org/officeDocument/2006/relationships/image" Target="../media/image6.png"/><Relationship Id="rId7" Type="http://schemas.openxmlformats.org/officeDocument/2006/relationships/diagramColors" Target="../diagrams/colors4.xml"/><Relationship Id="rId12" Type="http://schemas.openxmlformats.org/officeDocument/2006/relationships/diagramColors" Target="../diagrams/colors5.xml"/><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diagramQuickStyle" Target="../diagrams/quickStyle4.xml"/><Relationship Id="rId11" Type="http://schemas.openxmlformats.org/officeDocument/2006/relationships/diagramQuickStyle" Target="../diagrams/quickStyle5.xml"/><Relationship Id="rId5" Type="http://schemas.openxmlformats.org/officeDocument/2006/relationships/diagramLayout" Target="../diagrams/layout4.xml"/><Relationship Id="rId10" Type="http://schemas.openxmlformats.org/officeDocument/2006/relationships/diagramLayout" Target="../diagrams/layout5.xml"/><Relationship Id="rId4" Type="http://schemas.openxmlformats.org/officeDocument/2006/relationships/diagramData" Target="../diagrams/data4.xml"/><Relationship Id="rId9" Type="http://schemas.openxmlformats.org/officeDocument/2006/relationships/diagramData" Target="../diagrams/data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a:xfrm>
            <a:off x="2197101" y="735283"/>
            <a:ext cx="4978399" cy="3165045"/>
          </a:xfrm>
        </p:spPr>
        <p:txBody>
          <a:bodyPr anchor="b">
            <a:normAutofit/>
          </a:bodyPr>
          <a:lstStyle/>
          <a:p>
            <a:pPr algn="l"/>
            <a:r>
              <a:rPr lang="en-US" sz="5200"/>
              <a:t>Data Presentation</a:t>
            </a:r>
            <a:endParaRPr lang="nb-NO" sz="520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a:xfrm>
            <a:off x="2197101" y="4078423"/>
            <a:ext cx="4978399" cy="2058657"/>
          </a:xfrm>
        </p:spPr>
        <p:txBody>
          <a:bodyPr>
            <a:normAutofit/>
          </a:bodyPr>
          <a:lstStyle/>
          <a:p>
            <a:pPr algn="l"/>
            <a:r>
              <a:rPr lang="en-US" dirty="0"/>
              <a:t>Marketing Analytics </a:t>
            </a:r>
            <a:r>
              <a:rPr lang="en-US"/>
              <a:t>Portfolio Project</a:t>
            </a:r>
            <a:endParaRPr lang="nb-NO"/>
          </a:p>
        </p:txBody>
      </p:sp>
      <p:pic>
        <p:nvPicPr>
          <p:cNvPr id="7" name="Graphic 6" descr="Bar chart">
            <a:extLst>
              <a:ext uri="{FF2B5EF4-FFF2-40B4-BE49-F238E27FC236}">
                <a16:creationId xmlns:a16="http://schemas.microsoft.com/office/drawing/2014/main" id="{F39DAE93-E0EB-2DA5-F1AF-C761752D7C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Bar chart">
            <a:extLst>
              <a:ext uri="{FF2B5EF4-FFF2-40B4-BE49-F238E27FC236}">
                <a16:creationId xmlns:a16="http://schemas.microsoft.com/office/drawing/2014/main" id="{8E49D6F5-CBB7-4344-AA2F-8A131FCDD7F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542270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nodeType="withEffect">
                                  <p:stCondLst>
                                    <p:cond delay="500"/>
                                  </p:stCondLst>
                                  <p:iterate>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700"/>
                                        <p:tgtEl>
                                          <p:spTgt spid="7"/>
                                        </p:tgtEl>
                                      </p:cBhvr>
                                    </p:animEffect>
                                  </p:childTnLst>
                                </p:cTn>
                              </p:par>
                              <p:par>
                                <p:cTn id="14" presetID="10" presetClass="entr" presetSubtype="0" fill="hold" nodeType="withEffect">
                                  <p:stCondLst>
                                    <p:cond delay="500"/>
                                  </p:stCondLst>
                                  <p:iterate>
                                    <p:tmPct val="10000"/>
                                  </p:iterate>
                                  <p:childTnLst>
                                    <p:set>
                                      <p:cBhvr>
                                        <p:cTn id="15" dur="1" fill="hold">
                                          <p:stCondLst>
                                            <p:cond delay="0"/>
                                          </p:stCondLst>
                                        </p:cTn>
                                        <p:tgtEl>
                                          <p:spTgt spid="9"/>
                                        </p:tgtEl>
                                        <p:attrNameLst>
                                          <p:attrName>style.visibility</p:attrName>
                                        </p:attrNameLst>
                                      </p:cBhvr>
                                      <p:to>
                                        <p:strVal val="visible"/>
                                      </p:to>
                                    </p:set>
                                    <p:animEffect transition="in" filter="fade">
                                      <p:cBhvr>
                                        <p:cTn id="16" dur="7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pPr algn="ctr"/>
            <a:r>
              <a:rPr lang="nb-NO" dirty="0"/>
              <a:t>Overview:</a:t>
            </a:r>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39742" y="3429000"/>
            <a:ext cx="4360703" cy="4486275"/>
          </a:xfrm>
        </p:spPr>
        <p:txBody>
          <a:bodyPr>
            <a:noAutofit/>
          </a:bodyPr>
          <a:lstStyle/>
          <a:p>
            <a:pPr marL="0" indent="0">
              <a:lnSpc>
                <a:spcPct val="160000"/>
              </a:lnSpc>
              <a:buNone/>
            </a:pPr>
            <a:r>
              <a:rPr lang="en-US" sz="1000" b="1" dirty="0"/>
              <a:t> </a:t>
            </a:r>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889826" y="1725064"/>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graphicFrame>
        <p:nvGraphicFramePr>
          <p:cNvPr id="2" name="Diagram 1">
            <a:extLst>
              <a:ext uri="{FF2B5EF4-FFF2-40B4-BE49-F238E27FC236}">
                <a16:creationId xmlns:a16="http://schemas.microsoft.com/office/drawing/2014/main" id="{CD638C70-41A3-A32C-4124-514183E58572}"/>
              </a:ext>
            </a:extLst>
          </p:cNvPr>
          <p:cNvGraphicFramePr/>
          <p:nvPr>
            <p:extLst>
              <p:ext uri="{D42A27DB-BD31-4B8C-83A1-F6EECF244321}">
                <p14:modId xmlns:p14="http://schemas.microsoft.com/office/powerpoint/2010/main" val="2655013450"/>
              </p:ext>
            </p:extLst>
          </p:nvPr>
        </p:nvGraphicFramePr>
        <p:xfrm>
          <a:off x="-38757" y="1130093"/>
          <a:ext cx="4952867" cy="31074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BCAAA4D0-3266-682A-3268-76B8A4FCC2F1}"/>
              </a:ext>
            </a:extLst>
          </p:cNvPr>
          <p:cNvGraphicFramePr/>
          <p:nvPr>
            <p:extLst>
              <p:ext uri="{D42A27DB-BD31-4B8C-83A1-F6EECF244321}">
                <p14:modId xmlns:p14="http://schemas.microsoft.com/office/powerpoint/2010/main" val="1171936260"/>
              </p:ext>
            </p:extLst>
          </p:nvPr>
        </p:nvGraphicFramePr>
        <p:xfrm>
          <a:off x="132930" y="4526762"/>
          <a:ext cx="4512205" cy="229074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pPr algn="ctr"/>
            <a:r>
              <a:rPr lang="nb-NO" dirty="0" err="1"/>
              <a:t>Decreased</a:t>
            </a:r>
            <a:r>
              <a:rPr lang="nb-NO" dirty="0"/>
              <a:t> Conversion Rates</a:t>
            </a:r>
          </a:p>
        </p:txBody>
      </p:sp>
      <p:graphicFrame>
        <p:nvGraphicFramePr>
          <p:cNvPr id="12" name="Content Placeholder 2">
            <a:extLst>
              <a:ext uri="{FF2B5EF4-FFF2-40B4-BE49-F238E27FC236}">
                <a16:creationId xmlns:a16="http://schemas.microsoft.com/office/drawing/2014/main" id="{7EF8834D-8CA6-DC57-7096-E0B9A5034D00}"/>
              </a:ext>
            </a:extLst>
          </p:cNvPr>
          <p:cNvGraphicFramePr>
            <a:graphicFrameLocks noGrp="1"/>
          </p:cNvGraphicFramePr>
          <p:nvPr>
            <p:ph sz="half" idx="1"/>
            <p:extLst>
              <p:ext uri="{D42A27DB-BD31-4B8C-83A1-F6EECF244321}">
                <p14:modId xmlns:p14="http://schemas.microsoft.com/office/powerpoint/2010/main" val="979569554"/>
              </p:ext>
            </p:extLst>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7"/>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pPr algn="ctr"/>
            <a:r>
              <a:rPr lang="en-US" dirty="0"/>
              <a:t>Reduced Customer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7197472" y="1470494"/>
            <a:ext cx="4589208" cy="2710132"/>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7197471" y="4023961"/>
            <a:ext cx="4589208" cy="2831482"/>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9960499" y="2030495"/>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5" name="Diagram 4">
            <a:extLst>
              <a:ext uri="{FF2B5EF4-FFF2-40B4-BE49-F238E27FC236}">
                <a16:creationId xmlns:a16="http://schemas.microsoft.com/office/drawing/2014/main" id="{74AEDDF6-3BB3-4A6E-8A4D-AAD35883A418}"/>
              </a:ext>
            </a:extLst>
          </p:cNvPr>
          <p:cNvGraphicFramePr/>
          <p:nvPr>
            <p:extLst>
              <p:ext uri="{D42A27DB-BD31-4B8C-83A1-F6EECF244321}">
                <p14:modId xmlns:p14="http://schemas.microsoft.com/office/powerpoint/2010/main" val="1240730617"/>
              </p:ext>
            </p:extLst>
          </p:nvPr>
        </p:nvGraphicFramePr>
        <p:xfrm>
          <a:off x="1811083" y="1551774"/>
          <a:ext cx="4952867" cy="31074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7" name="Diagram 6">
            <a:extLst>
              <a:ext uri="{FF2B5EF4-FFF2-40B4-BE49-F238E27FC236}">
                <a16:creationId xmlns:a16="http://schemas.microsoft.com/office/drawing/2014/main" id="{2C7E2365-AF82-23E2-BF29-1C06EB3B4301}"/>
              </a:ext>
            </a:extLst>
          </p:cNvPr>
          <p:cNvGraphicFramePr/>
          <p:nvPr>
            <p:extLst>
              <p:ext uri="{D42A27DB-BD31-4B8C-83A1-F6EECF244321}">
                <p14:modId xmlns:p14="http://schemas.microsoft.com/office/powerpoint/2010/main" val="7079428"/>
              </p:ext>
            </p:extLst>
          </p:nvPr>
        </p:nvGraphicFramePr>
        <p:xfrm>
          <a:off x="1811083" y="4836160"/>
          <a:ext cx="4952867" cy="131770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6" name="Rectangle 15">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a:xfrm>
            <a:off x="1057025" y="922644"/>
            <a:ext cx="5040285" cy="1169585"/>
          </a:xfrm>
        </p:spPr>
        <p:txBody>
          <a:bodyPr vert="horz" lIns="91440" tIns="45720" rIns="91440" bIns="45720" rtlCol="0" anchor="b">
            <a:normAutofit/>
          </a:bodyPr>
          <a:lstStyle/>
          <a:p>
            <a:r>
              <a:rPr lang="en-US" sz="3700"/>
              <a:t>Customer Feedback Analysis</a:t>
            </a:r>
          </a:p>
        </p:txBody>
      </p:sp>
      <p:sp>
        <p:nvSpPr>
          <p:cNvPr id="21" name="Rectangle 20">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a:xfrm>
            <a:off x="1055715" y="2508105"/>
            <a:ext cx="5040285" cy="3632493"/>
          </a:xfrm>
        </p:spPr>
        <p:txBody>
          <a:bodyPr vert="horz" lIns="91440" tIns="45720" rIns="91440" bIns="45720" rtlCol="0" anchor="ctr">
            <a:normAutofit/>
          </a:bodyPr>
          <a:lstStyle/>
          <a:p>
            <a:r>
              <a:rPr lang="en-US" sz="1100" b="1"/>
              <a:t>Customer Ratings Distribution:</a:t>
            </a:r>
          </a:p>
          <a:p>
            <a:pPr lvl="1"/>
            <a:r>
              <a:rPr lang="en-US" sz="1100"/>
              <a:t>The majority of customer reviews are in the higher ratings, with 140 reviews at 4 stars and 135 reviews at 5 stars, indicating overall positive feedback. Lower ratings (1-2 stars) account for a smaller proportion, with 26 reviews at 1 star and 57 reviews at 2 stars.</a:t>
            </a:r>
          </a:p>
          <a:p>
            <a:r>
              <a:rPr lang="en-US" sz="1100" b="1"/>
              <a:t>Sentiment Analysis:</a:t>
            </a:r>
          </a:p>
          <a:p>
            <a:pPr lvl="1"/>
            <a:r>
              <a:rPr lang="en-US" sz="110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r>
              <a:rPr lang="en-US" sz="1100" b="1"/>
              <a:t>Opportunity for Improvement:</a:t>
            </a:r>
          </a:p>
          <a:p>
            <a:pPr lvl="1"/>
            <a:r>
              <a:rPr lang="en-US" sz="110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3998" y="774285"/>
            <a:ext cx="3694458" cy="258117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76121" y="3575074"/>
            <a:ext cx="3730211" cy="2581173"/>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Goals:</a:t>
            </a:r>
          </a:p>
        </p:txBody>
      </p:sp>
      <p:graphicFrame>
        <p:nvGraphicFramePr>
          <p:cNvPr id="14" name="Content Placeholder 4">
            <a:extLst>
              <a:ext uri="{FF2B5EF4-FFF2-40B4-BE49-F238E27FC236}">
                <a16:creationId xmlns:a16="http://schemas.microsoft.com/office/drawing/2014/main" id="{995C4E5D-E228-100F-40B4-D754CB648164}"/>
              </a:ext>
            </a:extLst>
          </p:cNvPr>
          <p:cNvGraphicFramePr>
            <a:graphicFrameLocks noGrp="1"/>
          </p:cNvGraphicFramePr>
          <p:nvPr>
            <p:ph sz="half" idx="2"/>
            <p:extLst>
              <p:ext uri="{D42A27DB-BD31-4B8C-83A1-F6EECF244321}">
                <p14:modId xmlns:p14="http://schemas.microsoft.com/office/powerpoint/2010/main" val="49419405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864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06BB1E2-6A9B-61E9-61D9-44639270F1E0}"/>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Actions:</a:t>
            </a:r>
          </a:p>
        </p:txBody>
      </p:sp>
      <p:graphicFrame>
        <p:nvGraphicFramePr>
          <p:cNvPr id="7" name="Content Placeholder 3">
            <a:extLst>
              <a:ext uri="{FF2B5EF4-FFF2-40B4-BE49-F238E27FC236}">
                <a16:creationId xmlns:a16="http://schemas.microsoft.com/office/drawing/2014/main" id="{C388D2E4-8BAE-A10D-8CCC-EC1F7897E677}"/>
              </a:ext>
            </a:extLst>
          </p:cNvPr>
          <p:cNvGraphicFramePr>
            <a:graphicFrameLocks noGrp="1"/>
          </p:cNvGraphicFramePr>
          <p:nvPr>
            <p:ph sz="half" idx="2"/>
            <p:extLst>
              <p:ext uri="{D42A27DB-BD31-4B8C-83A1-F6EECF244321}">
                <p14:modId xmlns:p14="http://schemas.microsoft.com/office/powerpoint/2010/main" val="76179449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84603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 dockstate="right" visibility="0" width="525" row="3">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712BA46-22F9-4676-B7BA-B2A366488EAC}">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3359296-CD69-4A11-96DC-1BCB0A085D48}">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143</TotalTime>
  <Words>786</Words>
  <Application>Microsoft Office PowerPoint</Application>
  <PresentationFormat>Widescreen</PresentationFormat>
  <Paragraphs>52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vt:lpstr>
      <vt:lpstr>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Chaudhary, Aman Kumar</cp:lastModifiedBy>
  <cp:revision>2</cp:revision>
  <dcterms:created xsi:type="dcterms:W3CDTF">2024-09-03T15:16:05Z</dcterms:created>
  <dcterms:modified xsi:type="dcterms:W3CDTF">2026-03-05T00:34:54Z</dcterms:modified>
</cp:coreProperties>
</file>